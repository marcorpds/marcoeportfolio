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4" r:id="rId8"/>
    <p:sldId id="262" r:id="rId9"/>
    <p:sldId id="263"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A39D"/>
    <a:srgbClr val="305622"/>
    <a:srgbClr val="6B7665"/>
    <a:srgbClr val="847C6F"/>
    <a:srgbClr val="3F6457"/>
    <a:srgbClr val="7C9192"/>
    <a:srgbClr val="5C5C54"/>
    <a:srgbClr val="747B81"/>
    <a:srgbClr val="BDBFBE"/>
    <a:srgbClr val="737C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reira Da Silva, Marco R" userId="e4503bc6-e440-45f5-99b6-0eddc26140a5" providerId="ADAL" clId="{EF573C6B-3248-4E81-8FFA-91A07934F8C1}"/>
    <pc:docChg chg="undo redo custSel addSld modSld sldOrd">
      <pc:chgData name="Pereira Da Silva, Marco R" userId="e4503bc6-e440-45f5-99b6-0eddc26140a5" providerId="ADAL" clId="{EF573C6B-3248-4E81-8FFA-91A07934F8C1}" dt="2025-03-23T18:23:19.512" v="23173" actId="20577"/>
      <pc:docMkLst>
        <pc:docMk/>
      </pc:docMkLst>
      <pc:sldChg chg="addSp delSp modSp new mod modTransition setBg">
        <pc:chgData name="Pereira Da Silva, Marco R" userId="e4503bc6-e440-45f5-99b6-0eddc26140a5" providerId="ADAL" clId="{EF573C6B-3248-4E81-8FFA-91A07934F8C1}" dt="2025-03-20T19:33:04.378" v="22867" actId="255"/>
        <pc:sldMkLst>
          <pc:docMk/>
          <pc:sldMk cId="970112654" sldId="256"/>
        </pc:sldMkLst>
        <pc:spChg chg="mod">
          <ac:chgData name="Pereira Da Silva, Marco R" userId="e4503bc6-e440-45f5-99b6-0eddc26140a5" providerId="ADAL" clId="{EF573C6B-3248-4E81-8FFA-91A07934F8C1}" dt="2025-03-18T23:56:03.691" v="4000" actId="207"/>
          <ac:spMkLst>
            <pc:docMk/>
            <pc:sldMk cId="970112654" sldId="256"/>
            <ac:spMk id="18" creationId="{20FDC365-45EF-4785-4516-013909E0E4AA}"/>
          </ac:spMkLst>
        </pc:spChg>
        <pc:spChg chg="mod">
          <ac:chgData name="Pereira Da Silva, Marco R" userId="e4503bc6-e440-45f5-99b6-0eddc26140a5" providerId="ADAL" clId="{EF573C6B-3248-4E81-8FFA-91A07934F8C1}" dt="2025-03-18T23:55:49.552" v="3999" actId="207"/>
          <ac:spMkLst>
            <pc:docMk/>
            <pc:sldMk cId="970112654" sldId="256"/>
            <ac:spMk id="20" creationId="{963A1A29-B66D-25B0-27AE-5C2CD277007D}"/>
          </ac:spMkLst>
        </pc:spChg>
        <pc:spChg chg="mod">
          <ac:chgData name="Pereira Da Silva, Marco R" userId="e4503bc6-e440-45f5-99b6-0eddc26140a5" providerId="ADAL" clId="{EF573C6B-3248-4E81-8FFA-91A07934F8C1}" dt="2025-03-18T23:55:49.552" v="3999" actId="207"/>
          <ac:spMkLst>
            <pc:docMk/>
            <pc:sldMk cId="970112654" sldId="256"/>
            <ac:spMk id="22" creationId="{C93B2CE2-A6B1-835A-6A9C-FDB7C0053B3B}"/>
          </ac:spMkLst>
        </pc:spChg>
        <pc:spChg chg="mod">
          <ac:chgData name="Pereira Da Silva, Marco R" userId="e4503bc6-e440-45f5-99b6-0eddc26140a5" providerId="ADAL" clId="{EF573C6B-3248-4E81-8FFA-91A07934F8C1}" dt="2025-03-18T23:55:49.552" v="3999" actId="207"/>
          <ac:spMkLst>
            <pc:docMk/>
            <pc:sldMk cId="970112654" sldId="256"/>
            <ac:spMk id="25" creationId="{464CE45F-A9AB-7962-FD39-AA2DC5AA6E57}"/>
          </ac:spMkLst>
        </pc:spChg>
        <pc:spChg chg="mod">
          <ac:chgData name="Pereira Da Silva, Marco R" userId="e4503bc6-e440-45f5-99b6-0eddc26140a5" providerId="ADAL" clId="{EF573C6B-3248-4E81-8FFA-91A07934F8C1}" dt="2025-03-18T23:55:49.552" v="3999" actId="207"/>
          <ac:spMkLst>
            <pc:docMk/>
            <pc:sldMk cId="970112654" sldId="256"/>
            <ac:spMk id="28" creationId="{5B2F04DE-9A2D-77A3-6A87-E77654CC9908}"/>
          </ac:spMkLst>
        </pc:spChg>
        <pc:spChg chg="add mod">
          <ac:chgData name="Pereira Da Silva, Marco R" userId="e4503bc6-e440-45f5-99b6-0eddc26140a5" providerId="ADAL" clId="{EF573C6B-3248-4E81-8FFA-91A07934F8C1}" dt="2025-03-18T23:56:03.691" v="4000" actId="207"/>
          <ac:spMkLst>
            <pc:docMk/>
            <pc:sldMk cId="970112654" sldId="256"/>
            <ac:spMk id="29" creationId="{EDF48202-3BEA-007F-1A0A-57CA00D472EA}"/>
          </ac:spMkLst>
        </pc:spChg>
        <pc:spChg chg="add mod">
          <ac:chgData name="Pereira Da Silva, Marco R" userId="e4503bc6-e440-45f5-99b6-0eddc26140a5" providerId="ADAL" clId="{EF573C6B-3248-4E81-8FFA-91A07934F8C1}" dt="2025-03-19T17:02:55.627" v="20516" actId="113"/>
          <ac:spMkLst>
            <pc:docMk/>
            <pc:sldMk cId="970112654" sldId="256"/>
            <ac:spMk id="58" creationId="{1EBD16D5-BD35-6C24-77EA-73AE755D3B3D}"/>
          </ac:spMkLst>
        </pc:spChg>
        <pc:spChg chg="add mod">
          <ac:chgData name="Pereira Da Silva, Marco R" userId="e4503bc6-e440-45f5-99b6-0eddc26140a5" providerId="ADAL" clId="{EF573C6B-3248-4E81-8FFA-91A07934F8C1}" dt="2025-03-20T19:33:04.378" v="22867" actId="255"/>
          <ac:spMkLst>
            <pc:docMk/>
            <pc:sldMk cId="970112654" sldId="256"/>
            <ac:spMk id="59" creationId="{A274FA9D-1BA4-BCF8-3FF4-9CEE5208C54F}"/>
          </ac:spMkLst>
        </pc:spChg>
        <pc:spChg chg="add mod">
          <ac:chgData name="Pereira Da Silva, Marco R" userId="e4503bc6-e440-45f5-99b6-0eddc26140a5" providerId="ADAL" clId="{EF573C6B-3248-4E81-8FFA-91A07934F8C1}" dt="2025-03-20T19:32:59.465" v="22866" actId="255"/>
          <ac:spMkLst>
            <pc:docMk/>
            <pc:sldMk cId="970112654" sldId="256"/>
            <ac:spMk id="60" creationId="{8D619E62-6A9A-6CB3-2390-796F292CB672}"/>
          </ac:spMkLst>
        </pc:spChg>
        <pc:picChg chg="add mod">
          <ac:chgData name="Pereira Da Silva, Marco R" userId="e4503bc6-e440-45f5-99b6-0eddc26140a5" providerId="ADAL" clId="{EF573C6B-3248-4E81-8FFA-91A07934F8C1}" dt="2025-03-20T19:32:32.592" v="22862" actId="1076"/>
          <ac:picMkLst>
            <pc:docMk/>
            <pc:sldMk cId="970112654" sldId="256"/>
            <ac:picMk id="2" creationId="{BF8E4AC7-75C5-284A-A2A6-4EE71713C793}"/>
          </ac:picMkLst>
        </pc:picChg>
        <pc:picChg chg="add mod">
          <ac:chgData name="Pereira Da Silva, Marco R" userId="e4503bc6-e440-45f5-99b6-0eddc26140a5" providerId="ADAL" clId="{EF573C6B-3248-4E81-8FFA-91A07934F8C1}" dt="2025-03-20T19:32:32.592" v="22862" actId="1076"/>
          <ac:picMkLst>
            <pc:docMk/>
            <pc:sldMk cId="970112654" sldId="256"/>
            <ac:picMk id="3" creationId="{E54AA40F-C911-7D4D-D046-2F5B3C097A71}"/>
          </ac:picMkLst>
        </pc:picChg>
        <pc:picChg chg="mod">
          <ac:chgData name="Pereira Da Silva, Marco R" userId="e4503bc6-e440-45f5-99b6-0eddc26140a5" providerId="ADAL" clId="{EF573C6B-3248-4E81-8FFA-91A07934F8C1}" dt="2025-03-16T15:00:30.621" v="3277"/>
          <ac:picMkLst>
            <pc:docMk/>
            <pc:sldMk cId="970112654" sldId="256"/>
            <ac:picMk id="8" creationId="{7DFB3FC9-3929-0401-08CD-8FEE97416409}"/>
          </ac:picMkLst>
        </pc:picChg>
        <pc:picChg chg="mod">
          <ac:chgData name="Pereira Da Silva, Marco R" userId="e4503bc6-e440-45f5-99b6-0eddc26140a5" providerId="ADAL" clId="{EF573C6B-3248-4E81-8FFA-91A07934F8C1}" dt="2025-03-16T15:00:30.621" v="3277"/>
          <ac:picMkLst>
            <pc:docMk/>
            <pc:sldMk cId="970112654" sldId="256"/>
            <ac:picMk id="10" creationId="{045E7384-AE2A-2B61-105B-E1D17052BA6E}"/>
          </ac:picMkLst>
        </pc:picChg>
        <pc:picChg chg="mod">
          <ac:chgData name="Pereira Da Silva, Marco R" userId="e4503bc6-e440-45f5-99b6-0eddc26140a5" providerId="ADAL" clId="{EF573C6B-3248-4E81-8FFA-91A07934F8C1}" dt="2025-03-16T15:00:30.621" v="3277"/>
          <ac:picMkLst>
            <pc:docMk/>
            <pc:sldMk cId="970112654" sldId="256"/>
            <ac:picMk id="11" creationId="{DA7CD5BA-77A6-7BCB-1BE3-2FA85557250D}"/>
          </ac:picMkLst>
        </pc:picChg>
        <pc:picChg chg="mod">
          <ac:chgData name="Pereira Da Silva, Marco R" userId="e4503bc6-e440-45f5-99b6-0eddc26140a5" providerId="ADAL" clId="{EF573C6B-3248-4E81-8FFA-91A07934F8C1}" dt="2025-03-16T15:00:30.621" v="3277"/>
          <ac:picMkLst>
            <pc:docMk/>
            <pc:sldMk cId="970112654" sldId="256"/>
            <ac:picMk id="12" creationId="{F0FE20D6-C1F9-00B7-7237-EB33527DA867}"/>
          </ac:picMkLst>
        </pc:picChg>
        <pc:picChg chg="mod">
          <ac:chgData name="Pereira Da Silva, Marco R" userId="e4503bc6-e440-45f5-99b6-0eddc26140a5" providerId="ADAL" clId="{EF573C6B-3248-4E81-8FFA-91A07934F8C1}" dt="2025-03-16T15:00:30.621" v="3277"/>
          <ac:picMkLst>
            <pc:docMk/>
            <pc:sldMk cId="970112654" sldId="256"/>
            <ac:picMk id="13" creationId="{803AEE41-27FD-0E4D-1234-10A7DF57BF84}"/>
          </ac:picMkLst>
        </pc:picChg>
        <pc:picChg chg="mod">
          <ac:chgData name="Pereira Da Silva, Marco R" userId="e4503bc6-e440-45f5-99b6-0eddc26140a5" providerId="ADAL" clId="{EF573C6B-3248-4E81-8FFA-91A07934F8C1}" dt="2025-03-16T09:58:34.511" v="320"/>
          <ac:picMkLst>
            <pc:docMk/>
            <pc:sldMk cId="970112654" sldId="256"/>
            <ac:picMk id="43" creationId="{D4799E74-54DD-15F2-694F-CE73FC08AE94}"/>
          </ac:picMkLst>
        </pc:picChg>
      </pc:sldChg>
      <pc:sldChg chg="addSp delSp modSp new mod modTransition setBg">
        <pc:chgData name="Pereira Da Silva, Marco R" userId="e4503bc6-e440-45f5-99b6-0eddc26140a5" providerId="ADAL" clId="{EF573C6B-3248-4E81-8FFA-91A07934F8C1}" dt="2025-03-20T19:32:26.447" v="22861" actId="478"/>
        <pc:sldMkLst>
          <pc:docMk/>
          <pc:sldMk cId="3799945664" sldId="257"/>
        </pc:sldMkLst>
        <pc:spChg chg="add mod">
          <ac:chgData name="Pereira Da Silva, Marco R" userId="e4503bc6-e440-45f5-99b6-0eddc26140a5" providerId="ADAL" clId="{EF573C6B-3248-4E81-8FFA-91A07934F8C1}" dt="2025-03-19T17:02:59.440" v="20517" actId="113"/>
          <ac:spMkLst>
            <pc:docMk/>
            <pc:sldMk cId="3799945664" sldId="257"/>
            <ac:spMk id="2" creationId="{8EE743C6-5E24-8F59-E6FE-FF88B481C88B}"/>
          </ac:spMkLst>
        </pc:spChg>
        <pc:spChg chg="mod">
          <ac:chgData name="Pereira Da Silva, Marco R" userId="e4503bc6-e440-45f5-99b6-0eddc26140a5" providerId="ADAL" clId="{EF573C6B-3248-4E81-8FFA-91A07934F8C1}" dt="2025-03-20T14:05:06.009" v="21904" actId="164"/>
          <ac:spMkLst>
            <pc:docMk/>
            <pc:sldMk cId="3799945664" sldId="257"/>
            <ac:spMk id="10" creationId="{F65B4D8A-A94C-35CD-CE84-D7EE807C4DA7}"/>
          </ac:spMkLst>
        </pc:spChg>
        <pc:spChg chg="mod">
          <ac:chgData name="Pereira Da Silva, Marco R" userId="e4503bc6-e440-45f5-99b6-0eddc26140a5" providerId="ADAL" clId="{EF573C6B-3248-4E81-8FFA-91A07934F8C1}" dt="2025-03-20T14:05:09.331" v="21905" actId="164"/>
          <ac:spMkLst>
            <pc:docMk/>
            <pc:sldMk cId="3799945664" sldId="257"/>
            <ac:spMk id="11" creationId="{46C62FE7-E1C7-7424-49CF-2FEAB18A1B5B}"/>
          </ac:spMkLst>
        </pc:spChg>
        <pc:spChg chg="mod">
          <ac:chgData name="Pereira Da Silva, Marco R" userId="e4503bc6-e440-45f5-99b6-0eddc26140a5" providerId="ADAL" clId="{EF573C6B-3248-4E81-8FFA-91A07934F8C1}" dt="2025-03-20T14:05:12.577" v="21906" actId="164"/>
          <ac:spMkLst>
            <pc:docMk/>
            <pc:sldMk cId="3799945664" sldId="257"/>
            <ac:spMk id="12" creationId="{53D1D3C7-FC99-790A-CC50-F738933C868D}"/>
          </ac:spMkLst>
        </pc:spChg>
        <pc:spChg chg="mod">
          <ac:chgData name="Pereira Da Silva, Marco R" userId="e4503bc6-e440-45f5-99b6-0eddc26140a5" providerId="ADAL" clId="{EF573C6B-3248-4E81-8FFA-91A07934F8C1}" dt="2025-03-20T14:05:16.564" v="21907" actId="164"/>
          <ac:spMkLst>
            <pc:docMk/>
            <pc:sldMk cId="3799945664" sldId="257"/>
            <ac:spMk id="13" creationId="{627516F7-299E-B90E-6B71-8EF0AD992625}"/>
          </ac:spMkLst>
        </pc:spChg>
        <pc:spChg chg="mod">
          <ac:chgData name="Pereira Da Silva, Marco R" userId="e4503bc6-e440-45f5-99b6-0eddc26140a5" providerId="ADAL" clId="{EF573C6B-3248-4E81-8FFA-91A07934F8C1}" dt="2025-03-20T14:05:22.866" v="21908" actId="164"/>
          <ac:spMkLst>
            <pc:docMk/>
            <pc:sldMk cId="3799945664" sldId="257"/>
            <ac:spMk id="14" creationId="{9C116B88-FA2C-A98F-C03F-8A3BC931FE68}"/>
          </ac:spMkLst>
        </pc:spChg>
        <pc:spChg chg="add mod ord">
          <ac:chgData name="Pereira Da Silva, Marco R" userId="e4503bc6-e440-45f5-99b6-0eddc26140a5" providerId="ADAL" clId="{EF573C6B-3248-4E81-8FFA-91A07934F8C1}" dt="2025-03-20T18:23:13.365" v="22405" actId="14100"/>
          <ac:spMkLst>
            <pc:docMk/>
            <pc:sldMk cId="3799945664" sldId="257"/>
            <ac:spMk id="20" creationId="{1763C6F1-5C30-3556-0011-2EAF34D5F3D5}"/>
          </ac:spMkLst>
        </pc:spChg>
        <pc:spChg chg="add mod">
          <ac:chgData name="Pereira Da Silva, Marco R" userId="e4503bc6-e440-45f5-99b6-0eddc26140a5" providerId="ADAL" clId="{EF573C6B-3248-4E81-8FFA-91A07934F8C1}" dt="2025-03-20T18:20:10.701" v="22378" actId="255"/>
          <ac:spMkLst>
            <pc:docMk/>
            <pc:sldMk cId="3799945664" sldId="257"/>
            <ac:spMk id="149" creationId="{61E9AF44-AD97-D2AE-AEB1-1BA655CF0996}"/>
          </ac:spMkLst>
        </pc:spChg>
        <pc:spChg chg="add mod">
          <ac:chgData name="Pereira Da Silva, Marco R" userId="e4503bc6-e440-45f5-99b6-0eddc26140a5" providerId="ADAL" clId="{EF573C6B-3248-4E81-8FFA-91A07934F8C1}" dt="2025-03-20T18:20:29.556" v="22384" actId="20577"/>
          <ac:spMkLst>
            <pc:docMk/>
            <pc:sldMk cId="3799945664" sldId="257"/>
            <ac:spMk id="150" creationId="{54FFDCBC-7059-A860-0CE7-CF2D72130D5B}"/>
          </ac:spMkLst>
        </pc:spChg>
        <pc:spChg chg="add mod">
          <ac:chgData name="Pereira Da Silva, Marco R" userId="e4503bc6-e440-45f5-99b6-0eddc26140a5" providerId="ADAL" clId="{EF573C6B-3248-4E81-8FFA-91A07934F8C1}" dt="2025-03-20T18:20:43.329" v="22386"/>
          <ac:spMkLst>
            <pc:docMk/>
            <pc:sldMk cId="3799945664" sldId="257"/>
            <ac:spMk id="151" creationId="{A4252DA2-F4BB-1A78-949B-A0CB7C7D41B5}"/>
          </ac:spMkLst>
        </pc:spChg>
        <pc:spChg chg="add mod">
          <ac:chgData name="Pereira Da Silva, Marco R" userId="e4503bc6-e440-45f5-99b6-0eddc26140a5" providerId="ADAL" clId="{EF573C6B-3248-4E81-8FFA-91A07934F8C1}" dt="2025-03-20T18:20:54.861" v="22390" actId="20577"/>
          <ac:spMkLst>
            <pc:docMk/>
            <pc:sldMk cId="3799945664" sldId="257"/>
            <ac:spMk id="153" creationId="{CCFF1DEC-A377-BFDF-3B59-B35BB9883357}"/>
          </ac:spMkLst>
        </pc:spChg>
        <pc:spChg chg="add mod">
          <ac:chgData name="Pereira Da Silva, Marco R" userId="e4503bc6-e440-45f5-99b6-0eddc26140a5" providerId="ADAL" clId="{EF573C6B-3248-4E81-8FFA-91A07934F8C1}" dt="2025-03-20T18:21:10.186" v="22398" actId="20577"/>
          <ac:spMkLst>
            <pc:docMk/>
            <pc:sldMk cId="3799945664" sldId="257"/>
            <ac:spMk id="154" creationId="{99315EBC-D260-2987-E71A-B7C8CD66F652}"/>
          </ac:spMkLst>
        </pc:spChg>
        <pc:spChg chg="add mod">
          <ac:chgData name="Pereira Da Silva, Marco R" userId="e4503bc6-e440-45f5-99b6-0eddc26140a5" providerId="ADAL" clId="{EF573C6B-3248-4E81-8FFA-91A07934F8C1}" dt="2025-03-20T18:21:45.626" v="22402" actId="14100"/>
          <ac:spMkLst>
            <pc:docMk/>
            <pc:sldMk cId="3799945664" sldId="257"/>
            <ac:spMk id="155" creationId="{FFCEF0E7-B2CB-A6D0-EE39-59DF7011554C}"/>
          </ac:spMkLst>
        </pc:spChg>
        <pc:grpChg chg="add mod">
          <ac:chgData name="Pereira Da Silva, Marco R" userId="e4503bc6-e440-45f5-99b6-0eddc26140a5" providerId="ADAL" clId="{EF573C6B-3248-4E81-8FFA-91A07934F8C1}" dt="2025-03-20T14:06:07.393" v="21951" actId="1037"/>
          <ac:grpSpMkLst>
            <pc:docMk/>
            <pc:sldMk cId="3799945664" sldId="257"/>
            <ac:grpSpMk id="15" creationId="{351F876E-70BA-4C68-DBA0-62E28158220F}"/>
          </ac:grpSpMkLst>
        </pc:grpChg>
        <pc:grpChg chg="add mod">
          <ac:chgData name="Pereira Da Silva, Marco R" userId="e4503bc6-e440-45f5-99b6-0eddc26140a5" providerId="ADAL" clId="{EF573C6B-3248-4E81-8FFA-91A07934F8C1}" dt="2025-03-20T14:06:12.036" v="21954" actId="1035"/>
          <ac:grpSpMkLst>
            <pc:docMk/>
            <pc:sldMk cId="3799945664" sldId="257"/>
            <ac:grpSpMk id="16" creationId="{CA4B25BA-B08A-8D91-DF3B-BD393460F883}"/>
          </ac:grpSpMkLst>
        </pc:grpChg>
        <pc:grpChg chg="add mod">
          <ac:chgData name="Pereira Da Silva, Marco R" userId="e4503bc6-e440-45f5-99b6-0eddc26140a5" providerId="ADAL" clId="{EF573C6B-3248-4E81-8FFA-91A07934F8C1}" dt="2025-03-20T14:06:05.610" v="21948" actId="1035"/>
          <ac:grpSpMkLst>
            <pc:docMk/>
            <pc:sldMk cId="3799945664" sldId="257"/>
            <ac:grpSpMk id="17" creationId="{4B54F2E1-CE81-C42E-961A-81BBFAD86B14}"/>
          </ac:grpSpMkLst>
        </pc:grpChg>
        <pc:grpChg chg="add mod">
          <ac:chgData name="Pereira Da Silva, Marco R" userId="e4503bc6-e440-45f5-99b6-0eddc26140a5" providerId="ADAL" clId="{EF573C6B-3248-4E81-8FFA-91A07934F8C1}" dt="2025-03-20T14:06:19.274" v="21957" actId="1035"/>
          <ac:grpSpMkLst>
            <pc:docMk/>
            <pc:sldMk cId="3799945664" sldId="257"/>
            <ac:grpSpMk id="18" creationId="{EC22C121-728A-E1E6-8AF8-F6293BA79999}"/>
          </ac:grpSpMkLst>
        </pc:grpChg>
        <pc:grpChg chg="add mod">
          <ac:chgData name="Pereira Da Silva, Marco R" userId="e4503bc6-e440-45f5-99b6-0eddc26140a5" providerId="ADAL" clId="{EF573C6B-3248-4E81-8FFA-91A07934F8C1}" dt="2025-03-20T14:06:01.956" v="21945" actId="1038"/>
          <ac:grpSpMkLst>
            <pc:docMk/>
            <pc:sldMk cId="3799945664" sldId="257"/>
            <ac:grpSpMk id="19" creationId="{3DFE063D-7698-BA62-0234-CB11B7C13102}"/>
          </ac:grpSpMkLst>
        </pc:grpChg>
      </pc:sldChg>
      <pc:sldChg chg="addSp delSp modSp new mod modTransition setBg">
        <pc:chgData name="Pereira Da Silva, Marco R" userId="e4503bc6-e440-45f5-99b6-0eddc26140a5" providerId="ADAL" clId="{EF573C6B-3248-4E81-8FFA-91A07934F8C1}" dt="2025-03-20T19:32:24.372" v="22859" actId="478"/>
        <pc:sldMkLst>
          <pc:docMk/>
          <pc:sldMk cId="835136692" sldId="258"/>
        </pc:sldMkLst>
        <pc:spChg chg="add mod topLvl">
          <ac:chgData name="Pereira Da Silva, Marco R" userId="e4503bc6-e440-45f5-99b6-0eddc26140a5" providerId="ADAL" clId="{EF573C6B-3248-4E81-8FFA-91A07934F8C1}" dt="2025-03-20T18:24:03.275" v="22421" actId="1036"/>
          <ac:spMkLst>
            <pc:docMk/>
            <pc:sldMk cId="835136692" sldId="258"/>
            <ac:spMk id="6" creationId="{8F1B2CFD-2464-595F-0609-306655BC0BF6}"/>
          </ac:spMkLst>
        </pc:spChg>
        <pc:spChg chg="add mod topLvl">
          <ac:chgData name="Pereira Da Silva, Marco R" userId="e4503bc6-e440-45f5-99b6-0eddc26140a5" providerId="ADAL" clId="{EF573C6B-3248-4E81-8FFA-91A07934F8C1}" dt="2025-03-20T19:03:29.255" v="22517" actId="1036"/>
          <ac:spMkLst>
            <pc:docMk/>
            <pc:sldMk cId="835136692" sldId="258"/>
            <ac:spMk id="7" creationId="{7904E927-A8FD-1326-0C4F-60DB837F868A}"/>
          </ac:spMkLst>
        </pc:spChg>
        <pc:spChg chg="add mod topLvl">
          <ac:chgData name="Pereira Da Silva, Marco R" userId="e4503bc6-e440-45f5-99b6-0eddc26140a5" providerId="ADAL" clId="{EF573C6B-3248-4E81-8FFA-91A07934F8C1}" dt="2025-03-20T18:24:03.275" v="22421" actId="1036"/>
          <ac:spMkLst>
            <pc:docMk/>
            <pc:sldMk cId="835136692" sldId="258"/>
            <ac:spMk id="8" creationId="{66370DF0-F80B-ED1B-A2AB-136DC598B410}"/>
          </ac:spMkLst>
        </pc:spChg>
        <pc:spChg chg="add mod topLvl">
          <ac:chgData name="Pereira Da Silva, Marco R" userId="e4503bc6-e440-45f5-99b6-0eddc26140a5" providerId="ADAL" clId="{EF573C6B-3248-4E81-8FFA-91A07934F8C1}" dt="2025-03-20T19:03:29.255" v="22517" actId="1036"/>
          <ac:spMkLst>
            <pc:docMk/>
            <pc:sldMk cId="835136692" sldId="258"/>
            <ac:spMk id="9" creationId="{A4C7DA40-E815-104B-A4C1-231EDB8AD75F}"/>
          </ac:spMkLst>
        </pc:spChg>
        <pc:spChg chg="add mod topLvl">
          <ac:chgData name="Pereira Da Silva, Marco R" userId="e4503bc6-e440-45f5-99b6-0eddc26140a5" providerId="ADAL" clId="{EF573C6B-3248-4E81-8FFA-91A07934F8C1}" dt="2025-03-20T18:24:03.275" v="22421" actId="1036"/>
          <ac:spMkLst>
            <pc:docMk/>
            <pc:sldMk cId="835136692" sldId="258"/>
            <ac:spMk id="10" creationId="{D07D7210-B143-9C1D-76F0-B4A94D7E1905}"/>
          </ac:spMkLst>
        </pc:spChg>
        <pc:spChg chg="add mod topLvl">
          <ac:chgData name="Pereira Da Silva, Marco R" userId="e4503bc6-e440-45f5-99b6-0eddc26140a5" providerId="ADAL" clId="{EF573C6B-3248-4E81-8FFA-91A07934F8C1}" dt="2025-03-20T19:03:29.255" v="22517" actId="1036"/>
          <ac:spMkLst>
            <pc:docMk/>
            <pc:sldMk cId="835136692" sldId="258"/>
            <ac:spMk id="11" creationId="{373AFF3C-0BD7-E69B-13AD-C365DA5AD826}"/>
          </ac:spMkLst>
        </pc:spChg>
        <pc:spChg chg="add mod">
          <ac:chgData name="Pereira Da Silva, Marco R" userId="e4503bc6-e440-45f5-99b6-0eddc26140a5" providerId="ADAL" clId="{EF573C6B-3248-4E81-8FFA-91A07934F8C1}" dt="2025-03-19T17:03:03.795" v="20518" actId="113"/>
          <ac:spMkLst>
            <pc:docMk/>
            <pc:sldMk cId="835136692" sldId="258"/>
            <ac:spMk id="12" creationId="{862902EC-6455-451C-691B-439DBC881340}"/>
          </ac:spMkLst>
        </pc:spChg>
        <pc:spChg chg="mod topLvl">
          <ac:chgData name="Pereira Da Silva, Marco R" userId="e4503bc6-e440-45f5-99b6-0eddc26140a5" providerId="ADAL" clId="{EF573C6B-3248-4E81-8FFA-91A07934F8C1}" dt="2025-03-20T18:24:03.275" v="22421" actId="1036"/>
          <ac:spMkLst>
            <pc:docMk/>
            <pc:sldMk cId="835136692" sldId="258"/>
            <ac:spMk id="17" creationId="{A6E00A3D-2941-402A-A8BB-7D24F9D9A5F2}"/>
          </ac:spMkLst>
        </pc:spChg>
        <pc:spChg chg="mod topLvl">
          <ac:chgData name="Pereira Da Silva, Marco R" userId="e4503bc6-e440-45f5-99b6-0eddc26140a5" providerId="ADAL" clId="{EF573C6B-3248-4E81-8FFA-91A07934F8C1}" dt="2025-03-20T19:03:29.255" v="22517" actId="1036"/>
          <ac:spMkLst>
            <pc:docMk/>
            <pc:sldMk cId="835136692" sldId="258"/>
            <ac:spMk id="18" creationId="{2DDE8CB2-657A-D6ED-F3BA-FE2CB141D731}"/>
          </ac:spMkLst>
        </pc:spChg>
        <pc:spChg chg="mod topLvl">
          <ac:chgData name="Pereira Da Silva, Marco R" userId="e4503bc6-e440-45f5-99b6-0eddc26140a5" providerId="ADAL" clId="{EF573C6B-3248-4E81-8FFA-91A07934F8C1}" dt="2025-03-20T18:24:03.275" v="22421" actId="1036"/>
          <ac:spMkLst>
            <pc:docMk/>
            <pc:sldMk cId="835136692" sldId="258"/>
            <ac:spMk id="20" creationId="{83DE64BE-5145-E628-D603-7A94052CD457}"/>
          </ac:spMkLst>
        </pc:spChg>
        <pc:spChg chg="mod topLvl">
          <ac:chgData name="Pereira Da Silva, Marco R" userId="e4503bc6-e440-45f5-99b6-0eddc26140a5" providerId="ADAL" clId="{EF573C6B-3248-4E81-8FFA-91A07934F8C1}" dt="2025-03-20T19:03:29.255" v="22517" actId="1036"/>
          <ac:spMkLst>
            <pc:docMk/>
            <pc:sldMk cId="835136692" sldId="258"/>
            <ac:spMk id="21" creationId="{05A6221F-C96D-E5BA-036D-F37757EB3E20}"/>
          </ac:spMkLst>
        </pc:spChg>
      </pc:sldChg>
      <pc:sldChg chg="addSp delSp modSp add mod modTransition">
        <pc:chgData name="Pereira Da Silva, Marco R" userId="e4503bc6-e440-45f5-99b6-0eddc26140a5" providerId="ADAL" clId="{EF573C6B-3248-4E81-8FFA-91A07934F8C1}" dt="2025-03-20T19:32:22.456" v="22857" actId="478"/>
        <pc:sldMkLst>
          <pc:docMk/>
          <pc:sldMk cId="2799524147" sldId="259"/>
        </pc:sldMkLst>
        <pc:spChg chg="add mod">
          <ac:chgData name="Pereira Da Silva, Marco R" userId="e4503bc6-e440-45f5-99b6-0eddc26140a5" providerId="ADAL" clId="{EF573C6B-3248-4E81-8FFA-91A07934F8C1}" dt="2025-03-19T17:03:06.726" v="20519" actId="113"/>
          <ac:spMkLst>
            <pc:docMk/>
            <pc:sldMk cId="2799524147" sldId="259"/>
            <ac:spMk id="3" creationId="{4FBD754D-EC89-9B35-C9FD-5D88502EB4CE}"/>
          </ac:spMkLst>
        </pc:spChg>
        <pc:spChg chg="add mod">
          <ac:chgData name="Pereira Da Silva, Marco R" userId="e4503bc6-e440-45f5-99b6-0eddc26140a5" providerId="ADAL" clId="{EF573C6B-3248-4E81-8FFA-91A07934F8C1}" dt="2025-03-20T17:49:40.801" v="22007" actId="20577"/>
          <ac:spMkLst>
            <pc:docMk/>
            <pc:sldMk cId="2799524147" sldId="259"/>
            <ac:spMk id="7" creationId="{A1789392-88F5-BB4B-ABF1-4D946D21E48D}"/>
          </ac:spMkLst>
        </pc:spChg>
        <pc:spChg chg="mod topLvl">
          <ac:chgData name="Pereira Da Silva, Marco R" userId="e4503bc6-e440-45f5-99b6-0eddc26140a5" providerId="ADAL" clId="{EF573C6B-3248-4E81-8FFA-91A07934F8C1}" dt="2025-03-19T02:25:56.925" v="9778" actId="164"/>
          <ac:spMkLst>
            <pc:docMk/>
            <pc:sldMk cId="2799524147" sldId="259"/>
            <ac:spMk id="9" creationId="{8DDF7C15-E64C-8A7D-08B1-C02A93FFFF08}"/>
          </ac:spMkLst>
        </pc:spChg>
        <pc:spChg chg="mod topLvl">
          <ac:chgData name="Pereira Da Silva, Marco R" userId="e4503bc6-e440-45f5-99b6-0eddc26140a5" providerId="ADAL" clId="{EF573C6B-3248-4E81-8FFA-91A07934F8C1}" dt="2025-03-19T02:25:56.925" v="9778" actId="164"/>
          <ac:spMkLst>
            <pc:docMk/>
            <pc:sldMk cId="2799524147" sldId="259"/>
            <ac:spMk id="10" creationId="{4A5068D6-645B-7529-9E54-A6801E8696CA}"/>
          </ac:spMkLst>
        </pc:spChg>
        <pc:spChg chg="mod topLvl">
          <ac:chgData name="Pereira Da Silva, Marco R" userId="e4503bc6-e440-45f5-99b6-0eddc26140a5" providerId="ADAL" clId="{EF573C6B-3248-4E81-8FFA-91A07934F8C1}" dt="2025-03-19T02:25:56.925" v="9778" actId="164"/>
          <ac:spMkLst>
            <pc:docMk/>
            <pc:sldMk cId="2799524147" sldId="259"/>
            <ac:spMk id="11" creationId="{121937A0-D12D-763C-5E38-FEB932279654}"/>
          </ac:spMkLst>
        </pc:spChg>
        <pc:spChg chg="mod topLvl">
          <ac:chgData name="Pereira Da Silva, Marco R" userId="e4503bc6-e440-45f5-99b6-0eddc26140a5" providerId="ADAL" clId="{EF573C6B-3248-4E81-8FFA-91A07934F8C1}" dt="2025-03-19T02:25:56.925" v="9778" actId="164"/>
          <ac:spMkLst>
            <pc:docMk/>
            <pc:sldMk cId="2799524147" sldId="259"/>
            <ac:spMk id="12" creationId="{C32EC278-5437-BDD3-2CD9-BEC6F78E1E0D}"/>
          </ac:spMkLst>
        </pc:spChg>
        <pc:spChg chg="mod topLvl">
          <ac:chgData name="Pereira Da Silva, Marco R" userId="e4503bc6-e440-45f5-99b6-0eddc26140a5" providerId="ADAL" clId="{EF573C6B-3248-4E81-8FFA-91A07934F8C1}" dt="2025-03-19T02:25:56.925" v="9778" actId="164"/>
          <ac:spMkLst>
            <pc:docMk/>
            <pc:sldMk cId="2799524147" sldId="259"/>
            <ac:spMk id="13" creationId="{2CB191CE-171A-52EA-31BB-87FD0C513491}"/>
          </ac:spMkLst>
        </pc:spChg>
        <pc:spChg chg="mod topLvl">
          <ac:chgData name="Pereira Da Silva, Marco R" userId="e4503bc6-e440-45f5-99b6-0eddc26140a5" providerId="ADAL" clId="{EF573C6B-3248-4E81-8FFA-91A07934F8C1}" dt="2025-03-19T02:25:56.925" v="9778" actId="164"/>
          <ac:spMkLst>
            <pc:docMk/>
            <pc:sldMk cId="2799524147" sldId="259"/>
            <ac:spMk id="14" creationId="{1ADC8FF1-2A11-56FA-0F6F-866427BEC54C}"/>
          </ac:spMkLst>
        </pc:spChg>
        <pc:spChg chg="mod ord topLvl">
          <ac:chgData name="Pereira Da Silva, Marco R" userId="e4503bc6-e440-45f5-99b6-0eddc26140a5" providerId="ADAL" clId="{EF573C6B-3248-4E81-8FFA-91A07934F8C1}" dt="2025-03-19T02:39:07.114" v="10620" actId="164"/>
          <ac:spMkLst>
            <pc:docMk/>
            <pc:sldMk cId="2799524147" sldId="259"/>
            <ac:spMk id="15" creationId="{495A588F-5F29-007D-34D1-B5A9A891ACAD}"/>
          </ac:spMkLst>
        </pc:spChg>
        <pc:spChg chg="mod ord topLvl">
          <ac:chgData name="Pereira Da Silva, Marco R" userId="e4503bc6-e440-45f5-99b6-0eddc26140a5" providerId="ADAL" clId="{EF573C6B-3248-4E81-8FFA-91A07934F8C1}" dt="2025-03-19T02:39:07.114" v="10620" actId="164"/>
          <ac:spMkLst>
            <pc:docMk/>
            <pc:sldMk cId="2799524147" sldId="259"/>
            <ac:spMk id="16" creationId="{3DC8E753-2FA7-A917-E0AF-9E380DDF4136}"/>
          </ac:spMkLst>
        </pc:spChg>
        <pc:spChg chg="mod ord topLvl">
          <ac:chgData name="Pereira Da Silva, Marco R" userId="e4503bc6-e440-45f5-99b6-0eddc26140a5" providerId="ADAL" clId="{EF573C6B-3248-4E81-8FFA-91A07934F8C1}" dt="2025-03-19T02:39:07.114" v="10620" actId="164"/>
          <ac:spMkLst>
            <pc:docMk/>
            <pc:sldMk cId="2799524147" sldId="259"/>
            <ac:spMk id="17" creationId="{4A2345EF-353F-7136-4642-0B33A93D5D42}"/>
          </ac:spMkLst>
        </pc:spChg>
        <pc:spChg chg="add mod">
          <ac:chgData name="Pereira Da Silva, Marco R" userId="e4503bc6-e440-45f5-99b6-0eddc26140a5" providerId="ADAL" clId="{EF573C6B-3248-4E81-8FFA-91A07934F8C1}" dt="2025-03-20T13:38:14.457" v="21388" actId="1036"/>
          <ac:spMkLst>
            <pc:docMk/>
            <pc:sldMk cId="2799524147" sldId="259"/>
            <ac:spMk id="28" creationId="{D9D96457-9ED3-F00D-5E77-C90559BD4E19}"/>
          </ac:spMkLst>
        </pc:spChg>
        <pc:spChg chg="add mod">
          <ac:chgData name="Pereira Da Silva, Marco R" userId="e4503bc6-e440-45f5-99b6-0eddc26140a5" providerId="ADAL" clId="{EF573C6B-3248-4E81-8FFA-91A07934F8C1}" dt="2025-03-19T06:06:52.721" v="16210" actId="20577"/>
          <ac:spMkLst>
            <pc:docMk/>
            <pc:sldMk cId="2799524147" sldId="259"/>
            <ac:spMk id="30" creationId="{4955D375-4B7A-6F18-31B3-08EFB4D4C539}"/>
          </ac:spMkLst>
        </pc:spChg>
        <pc:spChg chg="add mod">
          <ac:chgData name="Pereira Da Silva, Marco R" userId="e4503bc6-e440-45f5-99b6-0eddc26140a5" providerId="ADAL" clId="{EF573C6B-3248-4E81-8FFA-91A07934F8C1}" dt="2025-03-20T19:03:04.871" v="22494" actId="14100"/>
          <ac:spMkLst>
            <pc:docMk/>
            <pc:sldMk cId="2799524147" sldId="259"/>
            <ac:spMk id="31" creationId="{A9AB8496-CED1-ED79-346E-26B77B871ACC}"/>
          </ac:spMkLst>
        </pc:spChg>
        <pc:spChg chg="add mod ord">
          <ac:chgData name="Pereira Da Silva, Marco R" userId="e4503bc6-e440-45f5-99b6-0eddc26140a5" providerId="ADAL" clId="{EF573C6B-3248-4E81-8FFA-91A07934F8C1}" dt="2025-03-19T17:00:12.081" v="20512" actId="20577"/>
          <ac:spMkLst>
            <pc:docMk/>
            <pc:sldMk cId="2799524147" sldId="259"/>
            <ac:spMk id="36" creationId="{034D57A5-C712-9C33-C40C-4BEE4A468D7D}"/>
          </ac:spMkLst>
        </pc:spChg>
        <pc:spChg chg="add mod ord">
          <ac:chgData name="Pereira Da Silva, Marco R" userId="e4503bc6-e440-45f5-99b6-0eddc26140a5" providerId="ADAL" clId="{EF573C6B-3248-4E81-8FFA-91A07934F8C1}" dt="2025-03-20T19:03:07.343" v="22497" actId="14100"/>
          <ac:spMkLst>
            <pc:docMk/>
            <pc:sldMk cId="2799524147" sldId="259"/>
            <ac:spMk id="37" creationId="{AF875F23-90DE-C5EB-1541-4DF2C8E4A7E7}"/>
          </ac:spMkLst>
        </pc:spChg>
        <pc:spChg chg="add mod">
          <ac:chgData name="Pereira Da Silva, Marco R" userId="e4503bc6-e440-45f5-99b6-0eddc26140a5" providerId="ADAL" clId="{EF573C6B-3248-4E81-8FFA-91A07934F8C1}" dt="2025-03-19T01:59:44.206" v="9673" actId="164"/>
          <ac:spMkLst>
            <pc:docMk/>
            <pc:sldMk cId="2799524147" sldId="259"/>
            <ac:spMk id="39" creationId="{2E903533-895D-4B55-1A77-256CA7569240}"/>
          </ac:spMkLst>
        </pc:spChg>
        <pc:spChg chg="add mod">
          <ac:chgData name="Pereira Da Silva, Marco R" userId="e4503bc6-e440-45f5-99b6-0eddc26140a5" providerId="ADAL" clId="{EF573C6B-3248-4E81-8FFA-91A07934F8C1}" dt="2025-03-19T01:59:44.206" v="9673" actId="164"/>
          <ac:spMkLst>
            <pc:docMk/>
            <pc:sldMk cId="2799524147" sldId="259"/>
            <ac:spMk id="40" creationId="{1499F239-F58B-70AB-3F05-DD94D0BBB983}"/>
          </ac:spMkLst>
        </pc:spChg>
        <pc:spChg chg="add del mod">
          <ac:chgData name="Pereira Da Silva, Marco R" userId="e4503bc6-e440-45f5-99b6-0eddc26140a5" providerId="ADAL" clId="{EF573C6B-3248-4E81-8FFA-91A07934F8C1}" dt="2025-03-19T01:59:44.206" v="9673" actId="164"/>
          <ac:spMkLst>
            <pc:docMk/>
            <pc:sldMk cId="2799524147" sldId="259"/>
            <ac:spMk id="41" creationId="{691BE3A1-028C-08C0-1C51-827588DB933D}"/>
          </ac:spMkLst>
        </pc:spChg>
        <pc:spChg chg="mod">
          <ac:chgData name="Pereira Da Silva, Marco R" userId="e4503bc6-e440-45f5-99b6-0eddc26140a5" providerId="ADAL" clId="{EF573C6B-3248-4E81-8FFA-91A07934F8C1}" dt="2025-03-19T01:59:44.206" v="9673" actId="164"/>
          <ac:spMkLst>
            <pc:docMk/>
            <pc:sldMk cId="2799524147" sldId="259"/>
            <ac:spMk id="43" creationId="{5CAE1E48-AAEF-F3FA-9146-B7B5C8A1AFC2}"/>
          </ac:spMkLst>
        </pc:spChg>
        <pc:spChg chg="mod">
          <ac:chgData name="Pereira Da Silva, Marco R" userId="e4503bc6-e440-45f5-99b6-0eddc26140a5" providerId="ADAL" clId="{EF573C6B-3248-4E81-8FFA-91A07934F8C1}" dt="2025-03-19T01:59:44.206" v="9673" actId="164"/>
          <ac:spMkLst>
            <pc:docMk/>
            <pc:sldMk cId="2799524147" sldId="259"/>
            <ac:spMk id="45" creationId="{2CE4BFC5-0979-798E-CA19-265EA7CB939E}"/>
          </ac:spMkLst>
        </pc:spChg>
        <pc:spChg chg="mod">
          <ac:chgData name="Pereira Da Silva, Marco R" userId="e4503bc6-e440-45f5-99b6-0eddc26140a5" providerId="ADAL" clId="{EF573C6B-3248-4E81-8FFA-91A07934F8C1}" dt="2025-03-19T01:59:44.206" v="9673" actId="164"/>
          <ac:spMkLst>
            <pc:docMk/>
            <pc:sldMk cId="2799524147" sldId="259"/>
            <ac:spMk id="46" creationId="{84BA08B5-0128-3B32-DD18-3F84C2542091}"/>
          </ac:spMkLst>
        </pc:spChg>
        <pc:spChg chg="mod">
          <ac:chgData name="Pereira Da Silva, Marco R" userId="e4503bc6-e440-45f5-99b6-0eddc26140a5" providerId="ADAL" clId="{EF573C6B-3248-4E81-8FFA-91A07934F8C1}" dt="2025-03-19T02:22:22.104" v="9742" actId="207"/>
          <ac:spMkLst>
            <pc:docMk/>
            <pc:sldMk cId="2799524147" sldId="259"/>
            <ac:spMk id="47" creationId="{BCB66580-172B-931D-72B4-11D8A07821B7}"/>
          </ac:spMkLst>
        </pc:spChg>
        <pc:grpChg chg="mod ord">
          <ac:chgData name="Pereira Da Silva, Marco R" userId="e4503bc6-e440-45f5-99b6-0eddc26140a5" providerId="ADAL" clId="{EF573C6B-3248-4E81-8FFA-91A07934F8C1}" dt="2025-03-19T03:24:16.513" v="11607" actId="1076"/>
          <ac:grpSpMkLst>
            <pc:docMk/>
            <pc:sldMk cId="2799524147" sldId="259"/>
            <ac:grpSpMk id="6" creationId="{7E4CE98C-65EE-1026-9A5E-6177CF5F1E24}"/>
          </ac:grpSpMkLst>
        </pc:grpChg>
        <pc:grpChg chg="add mod ord">
          <ac:chgData name="Pereira Da Silva, Marco R" userId="e4503bc6-e440-45f5-99b6-0eddc26140a5" providerId="ADAL" clId="{EF573C6B-3248-4E81-8FFA-91A07934F8C1}" dt="2025-03-19T02:39:07.114" v="10620" actId="164"/>
          <ac:grpSpMkLst>
            <pc:docMk/>
            <pc:sldMk cId="2799524147" sldId="259"/>
            <ac:grpSpMk id="29" creationId="{E793D140-CD47-1083-794D-D546F7A08C1A}"/>
          </ac:grpSpMkLst>
        </pc:grpChg>
        <pc:grpChg chg="add mod">
          <ac:chgData name="Pereira Da Silva, Marco R" userId="e4503bc6-e440-45f5-99b6-0eddc26140a5" providerId="ADAL" clId="{EF573C6B-3248-4E81-8FFA-91A07934F8C1}" dt="2025-03-19T02:57:14.603" v="11313" actId="1076"/>
          <ac:grpSpMkLst>
            <pc:docMk/>
            <pc:sldMk cId="2799524147" sldId="259"/>
            <ac:grpSpMk id="35" creationId="{FF67A958-CB17-C9AF-FF0C-9854B2AACB29}"/>
          </ac:grpSpMkLst>
        </pc:grpChg>
        <pc:picChg chg="add mod">
          <ac:chgData name="Pereira Da Silva, Marco R" userId="e4503bc6-e440-45f5-99b6-0eddc26140a5" providerId="ADAL" clId="{EF573C6B-3248-4E81-8FFA-91A07934F8C1}" dt="2025-03-19T01:59:44.206" v="9673" actId="164"/>
          <ac:picMkLst>
            <pc:docMk/>
            <pc:sldMk cId="2799524147" sldId="259"/>
            <ac:picMk id="49" creationId="{EB2D40CB-53EF-52BE-0584-4D4F0BDD1F1D}"/>
          </ac:picMkLst>
        </pc:picChg>
        <pc:picChg chg="add mod">
          <ac:chgData name="Pereira Da Silva, Marco R" userId="e4503bc6-e440-45f5-99b6-0eddc26140a5" providerId="ADAL" clId="{EF573C6B-3248-4E81-8FFA-91A07934F8C1}" dt="2025-03-19T01:59:44.206" v="9673" actId="164"/>
          <ac:picMkLst>
            <pc:docMk/>
            <pc:sldMk cId="2799524147" sldId="259"/>
            <ac:picMk id="51" creationId="{17BC22E1-5CF8-E7D6-6C15-D9779845CCFC}"/>
          </ac:picMkLst>
        </pc:picChg>
        <pc:picChg chg="add mod">
          <ac:chgData name="Pereira Da Silva, Marco R" userId="e4503bc6-e440-45f5-99b6-0eddc26140a5" providerId="ADAL" clId="{EF573C6B-3248-4E81-8FFA-91A07934F8C1}" dt="2025-03-19T01:59:44.206" v="9673" actId="164"/>
          <ac:picMkLst>
            <pc:docMk/>
            <pc:sldMk cId="2799524147" sldId="259"/>
            <ac:picMk id="53" creationId="{AB7D10FD-E39E-68A4-EDDB-42CC9BD20354}"/>
          </ac:picMkLst>
        </pc:picChg>
      </pc:sldChg>
      <pc:sldChg chg="addSp delSp modSp add mod ord modTransition">
        <pc:chgData name="Pereira Da Silva, Marco R" userId="e4503bc6-e440-45f5-99b6-0eddc26140a5" providerId="ADAL" clId="{EF573C6B-3248-4E81-8FFA-91A07934F8C1}" dt="2025-03-20T19:32:20.447" v="22855" actId="478"/>
        <pc:sldMkLst>
          <pc:docMk/>
          <pc:sldMk cId="577772446" sldId="260"/>
        </pc:sldMkLst>
        <pc:spChg chg="add mod">
          <ac:chgData name="Pereira Da Silva, Marco R" userId="e4503bc6-e440-45f5-99b6-0eddc26140a5" providerId="ADAL" clId="{EF573C6B-3248-4E81-8FFA-91A07934F8C1}" dt="2025-03-19T17:03:14.995" v="20520" actId="113"/>
          <ac:spMkLst>
            <pc:docMk/>
            <pc:sldMk cId="577772446" sldId="260"/>
            <ac:spMk id="6" creationId="{96F29817-E1F5-9F46-387C-92DB0A51E4B0}"/>
          </ac:spMkLst>
        </pc:spChg>
        <pc:spChg chg="add mod">
          <ac:chgData name="Pereira Da Silva, Marco R" userId="e4503bc6-e440-45f5-99b6-0eddc26140a5" providerId="ADAL" clId="{EF573C6B-3248-4E81-8FFA-91A07934F8C1}" dt="2025-03-19T05:20:57.698" v="14644" actId="255"/>
          <ac:spMkLst>
            <pc:docMk/>
            <pc:sldMk cId="577772446" sldId="260"/>
            <ac:spMk id="7" creationId="{DAEA2621-0B19-24B1-94CF-21F1EEDC6DFF}"/>
          </ac:spMkLst>
        </pc:spChg>
        <pc:spChg chg="add mod">
          <ac:chgData name="Pereira Da Silva, Marco R" userId="e4503bc6-e440-45f5-99b6-0eddc26140a5" providerId="ADAL" clId="{EF573C6B-3248-4E81-8FFA-91A07934F8C1}" dt="2025-03-20T19:02:54.417" v="22489" actId="14100"/>
          <ac:spMkLst>
            <pc:docMk/>
            <pc:sldMk cId="577772446" sldId="260"/>
            <ac:spMk id="8" creationId="{9CBB9E49-8CD9-0DA6-E8E2-2056B316309D}"/>
          </ac:spMkLst>
        </pc:spChg>
        <pc:spChg chg="add mod">
          <ac:chgData name="Pereira Da Silva, Marco R" userId="e4503bc6-e440-45f5-99b6-0eddc26140a5" providerId="ADAL" clId="{EF573C6B-3248-4E81-8FFA-91A07934F8C1}" dt="2025-03-19T05:22:51.364" v="14681" actId="20577"/>
          <ac:spMkLst>
            <pc:docMk/>
            <pc:sldMk cId="577772446" sldId="260"/>
            <ac:spMk id="9" creationId="{20A68287-A83C-AE45-3651-E02D5C4DD83E}"/>
          </ac:spMkLst>
        </pc:spChg>
        <pc:spChg chg="add mod">
          <ac:chgData name="Pereira Da Silva, Marco R" userId="e4503bc6-e440-45f5-99b6-0eddc26140a5" providerId="ADAL" clId="{EF573C6B-3248-4E81-8FFA-91A07934F8C1}" dt="2025-03-20T19:02:57.329" v="22490" actId="14100"/>
          <ac:spMkLst>
            <pc:docMk/>
            <pc:sldMk cId="577772446" sldId="260"/>
            <ac:spMk id="10" creationId="{45608EFD-38ED-A45C-F64C-7FCB9C2783C3}"/>
          </ac:spMkLst>
        </pc:spChg>
        <pc:spChg chg="add mod">
          <ac:chgData name="Pereira Da Silva, Marco R" userId="e4503bc6-e440-45f5-99b6-0eddc26140a5" providerId="ADAL" clId="{EF573C6B-3248-4E81-8FFA-91A07934F8C1}" dt="2025-03-19T05:23:13.740" v="14695" actId="20577"/>
          <ac:spMkLst>
            <pc:docMk/>
            <pc:sldMk cId="577772446" sldId="260"/>
            <ac:spMk id="11" creationId="{33D5B897-2171-BD1A-8887-34F72AF9E002}"/>
          </ac:spMkLst>
        </pc:spChg>
        <pc:spChg chg="add mod">
          <ac:chgData name="Pereira Da Silva, Marco R" userId="e4503bc6-e440-45f5-99b6-0eddc26140a5" providerId="ADAL" clId="{EF573C6B-3248-4E81-8FFA-91A07934F8C1}" dt="2025-03-20T19:02:59.195" v="22491" actId="14100"/>
          <ac:spMkLst>
            <pc:docMk/>
            <pc:sldMk cId="577772446" sldId="260"/>
            <ac:spMk id="12" creationId="{5CEAEC1D-13E9-90AB-F1F4-5482DC310980}"/>
          </ac:spMkLst>
        </pc:spChg>
        <pc:graphicFrameChg chg="add mod modGraphic">
          <ac:chgData name="Pereira Da Silva, Marco R" userId="e4503bc6-e440-45f5-99b6-0eddc26140a5" providerId="ADAL" clId="{EF573C6B-3248-4E81-8FFA-91A07934F8C1}" dt="2025-03-19T16:32:04.266" v="20396" actId="14734"/>
          <ac:graphicFrameMkLst>
            <pc:docMk/>
            <pc:sldMk cId="577772446" sldId="260"/>
            <ac:graphicFrameMk id="3" creationId="{6C30A0C3-5445-FA53-E19E-987E90ED7C79}"/>
          </ac:graphicFrameMkLst>
        </pc:graphicFrameChg>
        <pc:picChg chg="add mod">
          <ac:chgData name="Pereira Da Silva, Marco R" userId="e4503bc6-e440-45f5-99b6-0eddc26140a5" providerId="ADAL" clId="{EF573C6B-3248-4E81-8FFA-91A07934F8C1}" dt="2025-03-19T05:36:10.101" v="14766" actId="207"/>
          <ac:picMkLst>
            <pc:docMk/>
            <pc:sldMk cId="577772446" sldId="260"/>
            <ac:picMk id="14" creationId="{BB5EBA77-020C-2AD1-1778-EC05FC573878}"/>
          </ac:picMkLst>
        </pc:picChg>
        <pc:picChg chg="add mod">
          <ac:chgData name="Pereira Da Silva, Marco R" userId="e4503bc6-e440-45f5-99b6-0eddc26140a5" providerId="ADAL" clId="{EF573C6B-3248-4E81-8FFA-91A07934F8C1}" dt="2025-03-19T16:33:31.164" v="20429" actId="14100"/>
          <ac:picMkLst>
            <pc:docMk/>
            <pc:sldMk cId="577772446" sldId="260"/>
            <ac:picMk id="16" creationId="{AC7E0B12-9D5C-6139-AFA2-756D48FA6488}"/>
          </ac:picMkLst>
        </pc:picChg>
        <pc:picChg chg="add mod">
          <ac:chgData name="Pereira Da Silva, Marco R" userId="e4503bc6-e440-45f5-99b6-0eddc26140a5" providerId="ADAL" clId="{EF573C6B-3248-4E81-8FFA-91A07934F8C1}" dt="2025-03-19T05:36:06.920" v="14765" actId="207"/>
          <ac:picMkLst>
            <pc:docMk/>
            <pc:sldMk cId="577772446" sldId="260"/>
            <ac:picMk id="17" creationId="{C9FC3353-9E57-CAA2-B78C-8D1BF915CB64}"/>
          </ac:picMkLst>
        </pc:picChg>
        <pc:picChg chg="add mod">
          <ac:chgData name="Pereira Da Silva, Marco R" userId="e4503bc6-e440-45f5-99b6-0eddc26140a5" providerId="ADAL" clId="{EF573C6B-3248-4E81-8FFA-91A07934F8C1}" dt="2025-03-19T16:33:31.164" v="20429" actId="14100"/>
          <ac:picMkLst>
            <pc:docMk/>
            <pc:sldMk cId="577772446" sldId="260"/>
            <ac:picMk id="18" creationId="{2ABF04B2-D379-F3E2-9596-EA0C86A50D55}"/>
          </ac:picMkLst>
        </pc:picChg>
        <pc:picChg chg="add mod">
          <ac:chgData name="Pereira Da Silva, Marco R" userId="e4503bc6-e440-45f5-99b6-0eddc26140a5" providerId="ADAL" clId="{EF573C6B-3248-4E81-8FFA-91A07934F8C1}" dt="2025-03-19T16:33:31.164" v="20429" actId="14100"/>
          <ac:picMkLst>
            <pc:docMk/>
            <pc:sldMk cId="577772446" sldId="260"/>
            <ac:picMk id="19" creationId="{6C6E0EC9-9CFE-0FA1-4A44-D699D5ACB7DB}"/>
          </ac:picMkLst>
        </pc:picChg>
        <pc:picChg chg="add mod">
          <ac:chgData name="Pereira Da Silva, Marco R" userId="e4503bc6-e440-45f5-99b6-0eddc26140a5" providerId="ADAL" clId="{EF573C6B-3248-4E81-8FFA-91A07934F8C1}" dt="2025-03-19T05:36:54.700" v="14777" actId="1076"/>
          <ac:picMkLst>
            <pc:docMk/>
            <pc:sldMk cId="577772446" sldId="260"/>
            <ac:picMk id="20" creationId="{528FB41A-4557-1210-68F0-5C22B212B321}"/>
          </ac:picMkLst>
        </pc:picChg>
        <pc:picChg chg="add mod">
          <ac:chgData name="Pereira Da Silva, Marco R" userId="e4503bc6-e440-45f5-99b6-0eddc26140a5" providerId="ADAL" clId="{EF573C6B-3248-4E81-8FFA-91A07934F8C1}" dt="2025-03-19T05:36:58.468" v="14779" actId="1076"/>
          <ac:picMkLst>
            <pc:docMk/>
            <pc:sldMk cId="577772446" sldId="260"/>
            <ac:picMk id="21" creationId="{C96B498E-BEA8-E2DD-BC8B-C089839FD217}"/>
          </ac:picMkLst>
        </pc:picChg>
        <pc:picChg chg="add mod">
          <ac:chgData name="Pereira Da Silva, Marco R" userId="e4503bc6-e440-45f5-99b6-0eddc26140a5" providerId="ADAL" clId="{EF573C6B-3248-4E81-8FFA-91A07934F8C1}" dt="2025-03-19T05:37:09.900" v="14782" actId="1076"/>
          <ac:picMkLst>
            <pc:docMk/>
            <pc:sldMk cId="577772446" sldId="260"/>
            <ac:picMk id="22" creationId="{256A6F4A-611C-8624-D996-A7C83E58A9DB}"/>
          </ac:picMkLst>
        </pc:picChg>
        <pc:picChg chg="add mod">
          <ac:chgData name="Pereira Da Silva, Marco R" userId="e4503bc6-e440-45f5-99b6-0eddc26140a5" providerId="ADAL" clId="{EF573C6B-3248-4E81-8FFA-91A07934F8C1}" dt="2025-03-19T16:33:31.164" v="20429" actId="14100"/>
          <ac:picMkLst>
            <pc:docMk/>
            <pc:sldMk cId="577772446" sldId="260"/>
            <ac:picMk id="23" creationId="{919F618C-E2F7-9C87-31BF-AE4734EB61B4}"/>
          </ac:picMkLst>
        </pc:picChg>
        <pc:picChg chg="add mod">
          <ac:chgData name="Pereira Da Silva, Marco R" userId="e4503bc6-e440-45f5-99b6-0eddc26140a5" providerId="ADAL" clId="{EF573C6B-3248-4E81-8FFA-91A07934F8C1}" dt="2025-03-19T16:33:31.164" v="20429" actId="14100"/>
          <ac:picMkLst>
            <pc:docMk/>
            <pc:sldMk cId="577772446" sldId="260"/>
            <ac:picMk id="24" creationId="{EA6A82D3-419A-7ED9-F1E4-9E52028199C9}"/>
          </ac:picMkLst>
        </pc:picChg>
        <pc:picChg chg="add mod">
          <ac:chgData name="Pereira Da Silva, Marco R" userId="e4503bc6-e440-45f5-99b6-0eddc26140a5" providerId="ADAL" clId="{EF573C6B-3248-4E81-8FFA-91A07934F8C1}" dt="2025-03-19T16:33:31.164" v="20429" actId="14100"/>
          <ac:picMkLst>
            <pc:docMk/>
            <pc:sldMk cId="577772446" sldId="260"/>
            <ac:picMk id="25" creationId="{DF591E54-1D32-C13C-9D7F-B401D9D6D7CB}"/>
          </ac:picMkLst>
        </pc:picChg>
        <pc:picChg chg="add mod">
          <ac:chgData name="Pereira Da Silva, Marco R" userId="e4503bc6-e440-45f5-99b6-0eddc26140a5" providerId="ADAL" clId="{EF573C6B-3248-4E81-8FFA-91A07934F8C1}" dt="2025-03-19T16:33:31.164" v="20429" actId="14100"/>
          <ac:picMkLst>
            <pc:docMk/>
            <pc:sldMk cId="577772446" sldId="260"/>
            <ac:picMk id="26" creationId="{30367126-F2D9-2B18-FDE4-DE5B5412ADF3}"/>
          </ac:picMkLst>
        </pc:picChg>
        <pc:picChg chg="add mod">
          <ac:chgData name="Pereira Da Silva, Marco R" userId="e4503bc6-e440-45f5-99b6-0eddc26140a5" providerId="ADAL" clId="{EF573C6B-3248-4E81-8FFA-91A07934F8C1}" dt="2025-03-19T16:32:35.480" v="20418" actId="1035"/>
          <ac:picMkLst>
            <pc:docMk/>
            <pc:sldMk cId="577772446" sldId="260"/>
            <ac:picMk id="27" creationId="{94AE0032-6396-7CFC-DD23-B4CC86CB716B}"/>
          </ac:picMkLst>
        </pc:picChg>
        <pc:picChg chg="add mod">
          <ac:chgData name="Pereira Da Silva, Marco R" userId="e4503bc6-e440-45f5-99b6-0eddc26140a5" providerId="ADAL" clId="{EF573C6B-3248-4E81-8FFA-91A07934F8C1}" dt="2025-03-19T16:33:31.164" v="20429" actId="14100"/>
          <ac:picMkLst>
            <pc:docMk/>
            <pc:sldMk cId="577772446" sldId="260"/>
            <ac:picMk id="28" creationId="{3447C098-23A8-8573-33B5-3F9808888843}"/>
          </ac:picMkLst>
        </pc:picChg>
        <pc:picChg chg="add mod">
          <ac:chgData name="Pereira Da Silva, Marco R" userId="e4503bc6-e440-45f5-99b6-0eddc26140a5" providerId="ADAL" clId="{EF573C6B-3248-4E81-8FFA-91A07934F8C1}" dt="2025-03-19T16:32:35.480" v="20418" actId="1035"/>
          <ac:picMkLst>
            <pc:docMk/>
            <pc:sldMk cId="577772446" sldId="260"/>
            <ac:picMk id="29" creationId="{BCBEC9FA-8937-292E-4522-27C925E94CCE}"/>
          </ac:picMkLst>
        </pc:picChg>
        <pc:picChg chg="add mod">
          <ac:chgData name="Pereira Da Silva, Marco R" userId="e4503bc6-e440-45f5-99b6-0eddc26140a5" providerId="ADAL" clId="{EF573C6B-3248-4E81-8FFA-91A07934F8C1}" dt="2025-03-19T05:38:32.773" v="14805" actId="1076"/>
          <ac:picMkLst>
            <pc:docMk/>
            <pc:sldMk cId="577772446" sldId="260"/>
            <ac:picMk id="30" creationId="{9C7B8266-3C6D-B381-6DB0-F16959D3A97A}"/>
          </ac:picMkLst>
        </pc:picChg>
        <pc:picChg chg="add mod">
          <ac:chgData name="Pereira Da Silva, Marco R" userId="e4503bc6-e440-45f5-99b6-0eddc26140a5" providerId="ADAL" clId="{EF573C6B-3248-4E81-8FFA-91A07934F8C1}" dt="2025-03-19T05:38:40.715" v="14807" actId="1076"/>
          <ac:picMkLst>
            <pc:docMk/>
            <pc:sldMk cId="577772446" sldId="260"/>
            <ac:picMk id="31" creationId="{482E84C4-7F83-E497-60B8-968CF42E3B6F}"/>
          </ac:picMkLst>
        </pc:picChg>
        <pc:picChg chg="add mod">
          <ac:chgData name="Pereira Da Silva, Marco R" userId="e4503bc6-e440-45f5-99b6-0eddc26140a5" providerId="ADAL" clId="{EF573C6B-3248-4E81-8FFA-91A07934F8C1}" dt="2025-03-19T05:38:50.652" v="14809" actId="1076"/>
          <ac:picMkLst>
            <pc:docMk/>
            <pc:sldMk cId="577772446" sldId="260"/>
            <ac:picMk id="32" creationId="{9527B964-060B-ED8B-FA70-4417B7A498E8}"/>
          </ac:picMkLst>
        </pc:picChg>
        <pc:picChg chg="add mod">
          <ac:chgData name="Pereira Da Silva, Marco R" userId="e4503bc6-e440-45f5-99b6-0eddc26140a5" providerId="ADAL" clId="{EF573C6B-3248-4E81-8FFA-91A07934F8C1}" dt="2025-03-19T16:33:31.164" v="20429" actId="14100"/>
          <ac:picMkLst>
            <pc:docMk/>
            <pc:sldMk cId="577772446" sldId="260"/>
            <ac:picMk id="33" creationId="{935ABDE9-152D-0F7F-F5E4-D537605BB4BA}"/>
          </ac:picMkLst>
        </pc:picChg>
        <pc:picChg chg="add mod">
          <ac:chgData name="Pereira Da Silva, Marco R" userId="e4503bc6-e440-45f5-99b6-0eddc26140a5" providerId="ADAL" clId="{EF573C6B-3248-4E81-8FFA-91A07934F8C1}" dt="2025-03-19T16:33:31.164" v="20429" actId="14100"/>
          <ac:picMkLst>
            <pc:docMk/>
            <pc:sldMk cId="577772446" sldId="260"/>
            <ac:picMk id="34" creationId="{10C80DEA-1452-511A-B6E8-B6A1F4A06D5D}"/>
          </ac:picMkLst>
        </pc:picChg>
      </pc:sldChg>
      <pc:sldChg chg="addSp delSp modSp add mod modTransition">
        <pc:chgData name="Pereira Da Silva, Marco R" userId="e4503bc6-e440-45f5-99b6-0eddc26140a5" providerId="ADAL" clId="{EF573C6B-3248-4E81-8FFA-91A07934F8C1}" dt="2025-03-20T19:41:24.383" v="22881" actId="14100"/>
        <pc:sldMkLst>
          <pc:docMk/>
          <pc:sldMk cId="968789548" sldId="261"/>
        </pc:sldMkLst>
        <pc:spChg chg="add mod">
          <ac:chgData name="Pereira Da Silva, Marco R" userId="e4503bc6-e440-45f5-99b6-0eddc26140a5" providerId="ADAL" clId="{EF573C6B-3248-4E81-8FFA-91A07934F8C1}" dt="2025-03-16T14:17:00.715" v="2861" actId="164"/>
          <ac:spMkLst>
            <pc:docMk/>
            <pc:sldMk cId="968789548" sldId="261"/>
            <ac:spMk id="2" creationId="{894EDC22-5DA1-7C16-F657-D0E43FC42872}"/>
          </ac:spMkLst>
        </pc:spChg>
        <pc:spChg chg="add mod">
          <ac:chgData name="Pereira Da Silva, Marco R" userId="e4503bc6-e440-45f5-99b6-0eddc26140a5" providerId="ADAL" clId="{EF573C6B-3248-4E81-8FFA-91A07934F8C1}" dt="2025-03-16T14:20:55.115" v="2887" actId="207"/>
          <ac:spMkLst>
            <pc:docMk/>
            <pc:sldMk cId="968789548" sldId="261"/>
            <ac:spMk id="6" creationId="{F5CB2FD0-4B52-CEDD-70FE-E5F835BA8948}"/>
          </ac:spMkLst>
        </pc:spChg>
        <pc:spChg chg="mod">
          <ac:chgData name="Pereira Da Silva, Marco R" userId="e4503bc6-e440-45f5-99b6-0eddc26140a5" providerId="ADAL" clId="{EF573C6B-3248-4E81-8FFA-91A07934F8C1}" dt="2025-03-19T05:30:43.727" v="14728" actId="207"/>
          <ac:spMkLst>
            <pc:docMk/>
            <pc:sldMk cId="968789548" sldId="261"/>
            <ac:spMk id="8" creationId="{EDD5FA20-E0F4-D564-6BE8-3C395B3105BA}"/>
          </ac:spMkLst>
        </pc:spChg>
        <pc:spChg chg="mod">
          <ac:chgData name="Pereira Da Silva, Marco R" userId="e4503bc6-e440-45f5-99b6-0eddc26140a5" providerId="ADAL" clId="{EF573C6B-3248-4E81-8FFA-91A07934F8C1}" dt="2025-03-19T03:43:53.779" v="11690"/>
          <ac:spMkLst>
            <pc:docMk/>
            <pc:sldMk cId="968789548" sldId="261"/>
            <ac:spMk id="9" creationId="{7E65E8DB-8160-ED72-949F-BEA3F8E0CBD2}"/>
          </ac:spMkLst>
        </pc:spChg>
        <pc:spChg chg="mod">
          <ac:chgData name="Pereira Da Silva, Marco R" userId="e4503bc6-e440-45f5-99b6-0eddc26140a5" providerId="ADAL" clId="{EF573C6B-3248-4E81-8FFA-91A07934F8C1}" dt="2025-03-19T05:30:14.127" v="14726" actId="207"/>
          <ac:spMkLst>
            <pc:docMk/>
            <pc:sldMk cId="968789548" sldId="261"/>
            <ac:spMk id="11" creationId="{64C41EB3-BEDF-651D-F480-E9D2817B6322}"/>
          </ac:spMkLst>
        </pc:spChg>
        <pc:spChg chg="add mod">
          <ac:chgData name="Pereira Da Silva, Marco R" userId="e4503bc6-e440-45f5-99b6-0eddc26140a5" providerId="ADAL" clId="{EF573C6B-3248-4E81-8FFA-91A07934F8C1}" dt="2025-03-16T14:17:37.959" v="2866" actId="207"/>
          <ac:spMkLst>
            <pc:docMk/>
            <pc:sldMk cId="968789548" sldId="261"/>
            <ac:spMk id="12" creationId="{3A65FBE2-96E7-2FAA-07E6-1DDF9685116B}"/>
          </ac:spMkLst>
        </pc:spChg>
        <pc:spChg chg="add mod">
          <ac:chgData name="Pereira Da Silva, Marco R" userId="e4503bc6-e440-45f5-99b6-0eddc26140a5" providerId="ADAL" clId="{EF573C6B-3248-4E81-8FFA-91A07934F8C1}" dt="2025-03-16T14:21:00.316" v="2888" actId="207"/>
          <ac:spMkLst>
            <pc:docMk/>
            <pc:sldMk cId="968789548" sldId="261"/>
            <ac:spMk id="13" creationId="{EB470AC5-3379-A173-4089-BC4772FE107C}"/>
          </ac:spMkLst>
        </pc:spChg>
        <pc:spChg chg="mod">
          <ac:chgData name="Pereira Da Silva, Marco R" userId="e4503bc6-e440-45f5-99b6-0eddc26140a5" providerId="ADAL" clId="{EF573C6B-3248-4E81-8FFA-91A07934F8C1}" dt="2025-03-19T03:48:01.661" v="11704"/>
          <ac:spMkLst>
            <pc:docMk/>
            <pc:sldMk cId="968789548" sldId="261"/>
            <ac:spMk id="14" creationId="{4926DCBA-4068-DC97-0014-AB0DC5D3C570}"/>
          </ac:spMkLst>
        </pc:spChg>
        <pc:spChg chg="mod">
          <ac:chgData name="Pereira Da Silva, Marco R" userId="e4503bc6-e440-45f5-99b6-0eddc26140a5" providerId="ADAL" clId="{EF573C6B-3248-4E81-8FFA-91A07934F8C1}" dt="2025-03-16T14:21:19.547" v="2891" actId="207"/>
          <ac:spMkLst>
            <pc:docMk/>
            <pc:sldMk cId="968789548" sldId="261"/>
            <ac:spMk id="18" creationId="{4BAE73DF-2539-7A33-8691-362DC7026A5F}"/>
          </ac:spMkLst>
        </pc:spChg>
        <pc:spChg chg="mod">
          <ac:chgData name="Pereira Da Silva, Marco R" userId="e4503bc6-e440-45f5-99b6-0eddc26140a5" providerId="ADAL" clId="{EF573C6B-3248-4E81-8FFA-91A07934F8C1}" dt="2025-03-16T14:21:09.531" v="2890" actId="207"/>
          <ac:spMkLst>
            <pc:docMk/>
            <pc:sldMk cId="968789548" sldId="261"/>
            <ac:spMk id="19" creationId="{6DD8F032-803B-A775-181C-DC6FCFDA2592}"/>
          </ac:spMkLst>
        </pc:spChg>
        <pc:spChg chg="add mod ord">
          <ac:chgData name="Pereira Da Silva, Marco R" userId="e4503bc6-e440-45f5-99b6-0eddc26140a5" providerId="ADAL" clId="{EF573C6B-3248-4E81-8FFA-91A07934F8C1}" dt="2025-03-19T04:25:26.725" v="12585" actId="1076"/>
          <ac:spMkLst>
            <pc:docMk/>
            <pc:sldMk cId="968789548" sldId="261"/>
            <ac:spMk id="20" creationId="{3783EAC7-4803-CF19-7289-CE3CCF3A15D3}"/>
          </ac:spMkLst>
        </pc:spChg>
        <pc:spChg chg="add mod ord">
          <ac:chgData name="Pereira Da Silva, Marco R" userId="e4503bc6-e440-45f5-99b6-0eddc26140a5" providerId="ADAL" clId="{EF573C6B-3248-4E81-8FFA-91A07934F8C1}" dt="2025-03-20T19:41:24.383" v="22881" actId="14100"/>
          <ac:spMkLst>
            <pc:docMk/>
            <pc:sldMk cId="968789548" sldId="261"/>
            <ac:spMk id="21" creationId="{842727EC-1C0E-79F3-CF03-368B127E0FA2}"/>
          </ac:spMkLst>
        </pc:spChg>
        <pc:spChg chg="add mod ord">
          <ac:chgData name="Pereira Da Silva, Marco R" userId="e4503bc6-e440-45f5-99b6-0eddc26140a5" providerId="ADAL" clId="{EF573C6B-3248-4E81-8FFA-91A07934F8C1}" dt="2025-03-19T04:22:13.162" v="12539" actId="1076"/>
          <ac:spMkLst>
            <pc:docMk/>
            <pc:sldMk cId="968789548" sldId="261"/>
            <ac:spMk id="23" creationId="{18017F57-9580-9C4F-5216-ED7598C4417C}"/>
          </ac:spMkLst>
        </pc:spChg>
        <pc:spChg chg="add mod ord">
          <ac:chgData name="Pereira Da Silva, Marco R" userId="e4503bc6-e440-45f5-99b6-0eddc26140a5" providerId="ADAL" clId="{EF573C6B-3248-4E81-8FFA-91A07934F8C1}" dt="2025-03-19T04:23:17.243" v="12553" actId="14100"/>
          <ac:spMkLst>
            <pc:docMk/>
            <pc:sldMk cId="968789548" sldId="261"/>
            <ac:spMk id="25" creationId="{B0508C4E-87A1-9A00-9F40-CCEAAC496A14}"/>
          </ac:spMkLst>
        </pc:spChg>
        <pc:spChg chg="add mod">
          <ac:chgData name="Pereira Da Silva, Marco R" userId="e4503bc6-e440-45f5-99b6-0eddc26140a5" providerId="ADAL" clId="{EF573C6B-3248-4E81-8FFA-91A07934F8C1}" dt="2025-03-20T19:17:25.130" v="22713" actId="11530"/>
          <ac:spMkLst>
            <pc:docMk/>
            <pc:sldMk cId="968789548" sldId="261"/>
            <ac:spMk id="27" creationId="{8CEE0C7D-AE38-1795-0137-8CA6FABA94B4}"/>
          </ac:spMkLst>
        </pc:spChg>
        <pc:spChg chg="add mod">
          <ac:chgData name="Pereira Da Silva, Marco R" userId="e4503bc6-e440-45f5-99b6-0eddc26140a5" providerId="ADAL" clId="{EF573C6B-3248-4E81-8FFA-91A07934F8C1}" dt="2025-03-20T19:17:31.383" v="22714" actId="11530"/>
          <ac:spMkLst>
            <pc:docMk/>
            <pc:sldMk cId="968789548" sldId="261"/>
            <ac:spMk id="28" creationId="{5E49C4F3-7993-7994-5C7B-3A782318C253}"/>
          </ac:spMkLst>
        </pc:spChg>
        <pc:spChg chg="add mod">
          <ac:chgData name="Pereira Da Silva, Marco R" userId="e4503bc6-e440-45f5-99b6-0eddc26140a5" providerId="ADAL" clId="{EF573C6B-3248-4E81-8FFA-91A07934F8C1}" dt="2025-03-20T19:17:38.076" v="22715" actId="11530"/>
          <ac:spMkLst>
            <pc:docMk/>
            <pc:sldMk cId="968789548" sldId="261"/>
            <ac:spMk id="29" creationId="{4E2242AB-8161-83DA-2E5E-70CF331117CB}"/>
          </ac:spMkLst>
        </pc:spChg>
        <pc:spChg chg="add mod ord">
          <ac:chgData name="Pereira Da Silva, Marco R" userId="e4503bc6-e440-45f5-99b6-0eddc26140a5" providerId="ADAL" clId="{EF573C6B-3248-4E81-8FFA-91A07934F8C1}" dt="2025-03-19T04:24:38.023" v="12570" actId="1076"/>
          <ac:spMkLst>
            <pc:docMk/>
            <pc:sldMk cId="968789548" sldId="261"/>
            <ac:spMk id="30" creationId="{7A6FE3D5-65C0-8F91-62AF-5EAB42B23099}"/>
          </ac:spMkLst>
        </pc:spChg>
        <pc:spChg chg="add mod">
          <ac:chgData name="Pereira Da Silva, Marco R" userId="e4503bc6-e440-45f5-99b6-0eddc26140a5" providerId="ADAL" clId="{EF573C6B-3248-4E81-8FFA-91A07934F8C1}" dt="2025-03-20T19:18:13.204" v="22747" actId="207"/>
          <ac:spMkLst>
            <pc:docMk/>
            <pc:sldMk cId="968789548" sldId="261"/>
            <ac:spMk id="31" creationId="{578C8047-A2FF-0899-E669-E09653C9BEC5}"/>
          </ac:spMkLst>
        </pc:spChg>
        <pc:spChg chg="mod">
          <ac:chgData name="Pereira Da Silva, Marco R" userId="e4503bc6-e440-45f5-99b6-0eddc26140a5" providerId="ADAL" clId="{EF573C6B-3248-4E81-8FFA-91A07934F8C1}" dt="2025-03-19T05:40:50.271" v="14821" actId="207"/>
          <ac:spMkLst>
            <pc:docMk/>
            <pc:sldMk cId="968789548" sldId="261"/>
            <ac:spMk id="34" creationId="{D13CE316-D1EF-87EA-B8A0-C845D4D78806}"/>
          </ac:spMkLst>
        </pc:spChg>
        <pc:spChg chg="mod">
          <ac:chgData name="Pereira Da Silva, Marco R" userId="e4503bc6-e440-45f5-99b6-0eddc26140a5" providerId="ADAL" clId="{EF573C6B-3248-4E81-8FFA-91A07934F8C1}" dt="2025-03-19T04:17:22.241" v="12492"/>
          <ac:spMkLst>
            <pc:docMk/>
            <pc:sldMk cId="968789548" sldId="261"/>
            <ac:spMk id="35" creationId="{32932BAE-98B6-CB8D-E870-4826E05DD9E3}"/>
          </ac:spMkLst>
        </pc:spChg>
        <pc:spChg chg="add mod ord topLvl">
          <ac:chgData name="Pereira Da Silva, Marco R" userId="e4503bc6-e440-45f5-99b6-0eddc26140a5" providerId="ADAL" clId="{EF573C6B-3248-4E81-8FFA-91A07934F8C1}" dt="2025-03-20T19:19:35.331" v="22808" actId="1038"/>
          <ac:spMkLst>
            <pc:docMk/>
            <pc:sldMk cId="968789548" sldId="261"/>
            <ac:spMk id="39" creationId="{BE987C5D-172F-7DF2-6C08-D45B574D404C}"/>
          </ac:spMkLst>
        </pc:spChg>
        <pc:spChg chg="add mod ord">
          <ac:chgData name="Pereira Da Silva, Marco R" userId="e4503bc6-e440-45f5-99b6-0eddc26140a5" providerId="ADAL" clId="{EF573C6B-3248-4E81-8FFA-91A07934F8C1}" dt="2025-03-19T04:34:13.723" v="12844" actId="165"/>
          <ac:spMkLst>
            <pc:docMk/>
            <pc:sldMk cId="968789548" sldId="261"/>
            <ac:spMk id="40" creationId="{AFE083ED-83DB-14D8-0A7D-0ECA8E2A78DA}"/>
          </ac:spMkLst>
        </pc:spChg>
        <pc:spChg chg="add mod">
          <ac:chgData name="Pereira Da Silva, Marco R" userId="e4503bc6-e440-45f5-99b6-0eddc26140a5" providerId="ADAL" clId="{EF573C6B-3248-4E81-8FFA-91A07934F8C1}" dt="2025-03-20T19:19:10.006" v="22759" actId="207"/>
          <ac:spMkLst>
            <pc:docMk/>
            <pc:sldMk cId="968789548" sldId="261"/>
            <ac:spMk id="42" creationId="{E9635A8F-5EA5-4629-AF86-DED790BFB156}"/>
          </ac:spMkLst>
        </pc:spChg>
        <pc:spChg chg="add mod">
          <ac:chgData name="Pereira Da Silva, Marco R" userId="e4503bc6-e440-45f5-99b6-0eddc26140a5" providerId="ADAL" clId="{EF573C6B-3248-4E81-8FFA-91A07934F8C1}" dt="2025-03-20T19:20:16.569" v="22822" actId="207"/>
          <ac:spMkLst>
            <pc:docMk/>
            <pc:sldMk cId="968789548" sldId="261"/>
            <ac:spMk id="44" creationId="{D2361451-532F-333D-AAEB-FDD14D479C33}"/>
          </ac:spMkLst>
        </pc:spChg>
        <pc:spChg chg="add mod">
          <ac:chgData name="Pereira Da Silva, Marco R" userId="e4503bc6-e440-45f5-99b6-0eddc26140a5" providerId="ADAL" clId="{EF573C6B-3248-4E81-8FFA-91A07934F8C1}" dt="2025-03-19T17:03:30.321" v="20521" actId="113"/>
          <ac:spMkLst>
            <pc:docMk/>
            <pc:sldMk cId="968789548" sldId="261"/>
            <ac:spMk id="51" creationId="{916C4EAD-6B37-55F7-C154-98B758018225}"/>
          </ac:spMkLst>
        </pc:spChg>
        <pc:grpChg chg="add mod ord">
          <ac:chgData name="Pereira Da Silva, Marco R" userId="e4503bc6-e440-45f5-99b6-0eddc26140a5" providerId="ADAL" clId="{EF573C6B-3248-4E81-8FFA-91A07934F8C1}" dt="2025-03-19T04:25:05.030" v="12579" actId="171"/>
          <ac:grpSpMkLst>
            <pc:docMk/>
            <pc:sldMk cId="968789548" sldId="261"/>
            <ac:grpSpMk id="7" creationId="{8172C47D-60F3-F339-EF9F-08739D93E918}"/>
          </ac:grpSpMkLst>
        </pc:grpChg>
        <pc:grpChg chg="add mod">
          <ac:chgData name="Pereira Da Silva, Marco R" userId="e4503bc6-e440-45f5-99b6-0eddc26140a5" providerId="ADAL" clId="{EF573C6B-3248-4E81-8FFA-91A07934F8C1}" dt="2025-03-19T04:22:25.584" v="12542" actId="164"/>
          <ac:grpSpMkLst>
            <pc:docMk/>
            <pc:sldMk cId="968789548" sldId="261"/>
            <ac:grpSpMk id="10" creationId="{0D173974-5D77-FF2E-0EB6-5BA18C944EED}"/>
          </ac:grpSpMkLst>
        </pc:grpChg>
        <pc:grpChg chg="add mod">
          <ac:chgData name="Pereira Da Silva, Marco R" userId="e4503bc6-e440-45f5-99b6-0eddc26140a5" providerId="ADAL" clId="{EF573C6B-3248-4E81-8FFA-91A07934F8C1}" dt="2025-03-19T04:23:34.972" v="12556" actId="164"/>
          <ac:grpSpMkLst>
            <pc:docMk/>
            <pc:sldMk cId="968789548" sldId="261"/>
            <ac:grpSpMk id="15" creationId="{7017F55D-D84F-C304-7F5E-D4857AF72DC6}"/>
          </ac:grpSpMkLst>
        </pc:grpChg>
        <pc:grpChg chg="add mod">
          <ac:chgData name="Pereira Da Silva, Marco R" userId="e4503bc6-e440-45f5-99b6-0eddc26140a5" providerId="ADAL" clId="{EF573C6B-3248-4E81-8FFA-91A07934F8C1}" dt="2025-03-19T04:24:08.959" v="12564" actId="164"/>
          <ac:grpSpMkLst>
            <pc:docMk/>
            <pc:sldMk cId="968789548" sldId="261"/>
            <ac:grpSpMk id="16" creationId="{D7C6A50F-F19F-C901-E918-68DC0E0C6544}"/>
          </ac:grpSpMkLst>
        </pc:grpChg>
        <pc:grpChg chg="add mod">
          <ac:chgData name="Pereira Da Silva, Marco R" userId="e4503bc6-e440-45f5-99b6-0eddc26140a5" providerId="ADAL" clId="{EF573C6B-3248-4E81-8FFA-91A07934F8C1}" dt="2025-03-19T04:22:43.832" v="12545" actId="1076"/>
          <ac:grpSpMkLst>
            <pc:docMk/>
            <pc:sldMk cId="968789548" sldId="261"/>
            <ac:grpSpMk id="17" creationId="{1FF18AE2-8A5B-4A82-4FB1-8EFB46E8F679}"/>
          </ac:grpSpMkLst>
        </pc:grpChg>
        <pc:grpChg chg="add mod ord">
          <ac:chgData name="Pereira Da Silva, Marco R" userId="e4503bc6-e440-45f5-99b6-0eddc26140a5" providerId="ADAL" clId="{EF573C6B-3248-4E81-8FFA-91A07934F8C1}" dt="2025-03-19T04:25:49.612" v="12590" actId="1076"/>
          <ac:grpSpMkLst>
            <pc:docMk/>
            <pc:sldMk cId="968789548" sldId="261"/>
            <ac:grpSpMk id="33" creationId="{EE80288B-3057-5CC4-92EA-A23FA895ED3D}"/>
          </ac:grpSpMkLst>
        </pc:grpChg>
        <pc:grpChg chg="add mod">
          <ac:chgData name="Pereira Da Silva, Marco R" userId="e4503bc6-e440-45f5-99b6-0eddc26140a5" providerId="ADAL" clId="{EF573C6B-3248-4E81-8FFA-91A07934F8C1}" dt="2025-03-19T04:22:31.954" v="12543" actId="1076"/>
          <ac:grpSpMkLst>
            <pc:docMk/>
            <pc:sldMk cId="968789548" sldId="261"/>
            <ac:grpSpMk id="36" creationId="{553F1FB7-6276-6D20-E711-DFB48902D174}"/>
          </ac:grpSpMkLst>
        </pc:grpChg>
        <pc:grpChg chg="add mod ord">
          <ac:chgData name="Pereira Da Silva, Marco R" userId="e4503bc6-e440-45f5-99b6-0eddc26140a5" providerId="ADAL" clId="{EF573C6B-3248-4E81-8FFA-91A07934F8C1}" dt="2025-03-19T04:23:49.531" v="12559" actId="1076"/>
          <ac:grpSpMkLst>
            <pc:docMk/>
            <pc:sldMk cId="968789548" sldId="261"/>
            <ac:grpSpMk id="37" creationId="{960E8140-4359-A69C-49BC-7521C0DD405D}"/>
          </ac:grpSpMkLst>
        </pc:grpChg>
        <pc:grpChg chg="add mod ord">
          <ac:chgData name="Pereira Da Silva, Marco R" userId="e4503bc6-e440-45f5-99b6-0eddc26140a5" providerId="ADAL" clId="{EF573C6B-3248-4E81-8FFA-91A07934F8C1}" dt="2025-03-19T04:24:17.086" v="12566" actId="167"/>
          <ac:grpSpMkLst>
            <pc:docMk/>
            <pc:sldMk cId="968789548" sldId="261"/>
            <ac:grpSpMk id="38" creationId="{B5C4CA2B-5D9D-4ECA-DDDD-D7B2BD543273}"/>
          </ac:grpSpMkLst>
        </pc:grpChg>
        <pc:grpChg chg="add mod topLvl">
          <ac:chgData name="Pereira Da Silva, Marco R" userId="e4503bc6-e440-45f5-99b6-0eddc26140a5" providerId="ADAL" clId="{EF573C6B-3248-4E81-8FFA-91A07934F8C1}" dt="2025-03-19T04:34:17.614" v="12851" actId="1035"/>
          <ac:grpSpMkLst>
            <pc:docMk/>
            <pc:sldMk cId="968789548" sldId="261"/>
            <ac:grpSpMk id="41" creationId="{01349BB5-7650-A152-52B2-29AAECE4CC14}"/>
          </ac:grpSpMkLst>
        </pc:grpChg>
        <pc:picChg chg="add mod">
          <ac:chgData name="Pereira Da Silva, Marco R" userId="e4503bc6-e440-45f5-99b6-0eddc26140a5" providerId="ADAL" clId="{EF573C6B-3248-4E81-8FFA-91A07934F8C1}" dt="2025-03-19T04:24:08.959" v="12564" actId="164"/>
          <ac:picMkLst>
            <pc:docMk/>
            <pc:sldMk cId="968789548" sldId="261"/>
            <ac:picMk id="22" creationId="{B7A3C5F4-1860-A42A-731D-D7BC781806DA}"/>
          </ac:picMkLst>
        </pc:picChg>
        <pc:picChg chg="add mod ord">
          <ac:chgData name="Pereira Da Silva, Marco R" userId="e4503bc6-e440-45f5-99b6-0eddc26140a5" providerId="ADAL" clId="{EF573C6B-3248-4E81-8FFA-91A07934F8C1}" dt="2025-03-19T04:22:25.584" v="12542" actId="164"/>
          <ac:picMkLst>
            <pc:docMk/>
            <pc:sldMk cId="968789548" sldId="261"/>
            <ac:picMk id="24" creationId="{DFE50C27-AB10-38C1-6883-E645BD7B4249}"/>
          </ac:picMkLst>
        </pc:picChg>
        <pc:picChg chg="add mod">
          <ac:chgData name="Pereira Da Silva, Marco R" userId="e4503bc6-e440-45f5-99b6-0eddc26140a5" providerId="ADAL" clId="{EF573C6B-3248-4E81-8FFA-91A07934F8C1}" dt="2025-03-19T04:33:44.922" v="12842" actId="14100"/>
          <ac:picMkLst>
            <pc:docMk/>
            <pc:sldMk cId="968789548" sldId="261"/>
            <ac:picMk id="26" creationId="{9E2F0C25-3736-688B-89F7-7F2EE34ACBB0}"/>
          </ac:picMkLst>
        </pc:picChg>
        <pc:picChg chg="add mod ord">
          <ac:chgData name="Pereira Da Silva, Marco R" userId="e4503bc6-e440-45f5-99b6-0eddc26140a5" providerId="ADAL" clId="{EF573C6B-3248-4E81-8FFA-91A07934F8C1}" dt="2025-03-19T04:34:13.723" v="12844" actId="165"/>
          <ac:picMkLst>
            <pc:docMk/>
            <pc:sldMk cId="968789548" sldId="261"/>
            <ac:picMk id="32" creationId="{FEE36157-2F8F-EDE6-DA50-0D2027AC466C}"/>
          </ac:picMkLst>
        </pc:picChg>
        <pc:picChg chg="add mod">
          <ac:chgData name="Pereira Da Silva, Marco R" userId="e4503bc6-e440-45f5-99b6-0eddc26140a5" providerId="ADAL" clId="{EF573C6B-3248-4E81-8FFA-91A07934F8C1}" dt="2025-03-19T04:33:15.666" v="12841" actId="1076"/>
          <ac:picMkLst>
            <pc:docMk/>
            <pc:sldMk cId="968789548" sldId="261"/>
            <ac:picMk id="43" creationId="{5638B3C6-BCBB-2E6C-B712-0558C6534323}"/>
          </ac:picMkLst>
        </pc:picChg>
        <pc:picChg chg="add mod">
          <ac:chgData name="Pereira Da Silva, Marco R" userId="e4503bc6-e440-45f5-99b6-0eddc26140a5" providerId="ADAL" clId="{EF573C6B-3248-4E81-8FFA-91A07934F8C1}" dt="2025-03-19T04:38:53.831" v="12900" actId="1076"/>
          <ac:picMkLst>
            <pc:docMk/>
            <pc:sldMk cId="968789548" sldId="261"/>
            <ac:picMk id="48" creationId="{0128E961-8FA5-7FC1-C26D-A19C0A23CED5}"/>
          </ac:picMkLst>
        </pc:picChg>
        <pc:picChg chg="add mod">
          <ac:chgData name="Pereira Da Silva, Marco R" userId="e4503bc6-e440-45f5-99b6-0eddc26140a5" providerId="ADAL" clId="{EF573C6B-3248-4E81-8FFA-91A07934F8C1}" dt="2025-03-19T04:43:31.751" v="12929" actId="1076"/>
          <ac:picMkLst>
            <pc:docMk/>
            <pc:sldMk cId="968789548" sldId="261"/>
            <ac:picMk id="50" creationId="{EC37C141-006C-BF8C-0B23-EBBDFD0A7B78}"/>
          </ac:picMkLst>
        </pc:picChg>
      </pc:sldChg>
      <pc:sldChg chg="addSp delSp modSp add mod ord modTransition setBg">
        <pc:chgData name="Pereira Da Silva, Marco R" userId="e4503bc6-e440-45f5-99b6-0eddc26140a5" providerId="ADAL" clId="{EF573C6B-3248-4E81-8FFA-91A07934F8C1}" dt="2025-03-20T20:10:18.810" v="23157" actId="20577"/>
        <pc:sldMkLst>
          <pc:docMk/>
          <pc:sldMk cId="1697626896" sldId="262"/>
        </pc:sldMkLst>
        <pc:spChg chg="add mod">
          <ac:chgData name="Pereira Da Silva, Marco R" userId="e4503bc6-e440-45f5-99b6-0eddc26140a5" providerId="ADAL" clId="{EF573C6B-3248-4E81-8FFA-91A07934F8C1}" dt="2025-03-19T17:03:37.310" v="20523" actId="113"/>
          <ac:spMkLst>
            <pc:docMk/>
            <pc:sldMk cId="1697626896" sldId="262"/>
            <ac:spMk id="3" creationId="{251CCD58-290F-2D41-F86C-0EB1D2BA6512}"/>
          </ac:spMkLst>
        </pc:spChg>
        <pc:spChg chg="add mod">
          <ac:chgData name="Pereira Da Silva, Marco R" userId="e4503bc6-e440-45f5-99b6-0eddc26140a5" providerId="ADAL" clId="{EF573C6B-3248-4E81-8FFA-91A07934F8C1}" dt="2025-03-20T19:43:28.316" v="22897" actId="20577"/>
          <ac:spMkLst>
            <pc:docMk/>
            <pc:sldMk cId="1697626896" sldId="262"/>
            <ac:spMk id="7" creationId="{620A4CCA-9172-3F80-640D-58E95B7F30D7}"/>
          </ac:spMkLst>
        </pc:spChg>
        <pc:spChg chg="add mod">
          <ac:chgData name="Pereira Da Silva, Marco R" userId="e4503bc6-e440-45f5-99b6-0eddc26140a5" providerId="ADAL" clId="{EF573C6B-3248-4E81-8FFA-91A07934F8C1}" dt="2025-03-20T19:11:25.431" v="22619" actId="207"/>
          <ac:spMkLst>
            <pc:docMk/>
            <pc:sldMk cId="1697626896" sldId="262"/>
            <ac:spMk id="8" creationId="{1F641F57-A05F-8B1A-D390-80E25EE7D709}"/>
          </ac:spMkLst>
        </pc:spChg>
        <pc:spChg chg="mod">
          <ac:chgData name="Pereira Da Silva, Marco R" userId="e4503bc6-e440-45f5-99b6-0eddc26140a5" providerId="ADAL" clId="{EF573C6B-3248-4E81-8FFA-91A07934F8C1}" dt="2025-03-20T18:16:09.110" v="22081" actId="255"/>
          <ac:spMkLst>
            <pc:docMk/>
            <pc:sldMk cId="1697626896" sldId="262"/>
            <ac:spMk id="66" creationId="{CA83F618-75D0-38C9-2E2A-B5D879BEC5D5}"/>
          </ac:spMkLst>
        </pc:spChg>
        <pc:spChg chg="add mod topLvl">
          <ac:chgData name="Pereira Da Silva, Marco R" userId="e4503bc6-e440-45f5-99b6-0eddc26140a5" providerId="ADAL" clId="{EF573C6B-3248-4E81-8FFA-91A07934F8C1}" dt="2025-03-19T14:57:54.836" v="18638" actId="20577"/>
          <ac:spMkLst>
            <pc:docMk/>
            <pc:sldMk cId="1697626896" sldId="262"/>
            <ac:spMk id="67" creationId="{EC828B35-502E-B0E1-46EC-B31D384F1275}"/>
          </ac:spMkLst>
        </pc:spChg>
        <pc:spChg chg="add mod topLvl">
          <ac:chgData name="Pereira Da Silva, Marco R" userId="e4503bc6-e440-45f5-99b6-0eddc26140a5" providerId="ADAL" clId="{EF573C6B-3248-4E81-8FFA-91A07934F8C1}" dt="2025-03-19T15:12:32.545" v="18992" actId="20577"/>
          <ac:spMkLst>
            <pc:docMk/>
            <pc:sldMk cId="1697626896" sldId="262"/>
            <ac:spMk id="68" creationId="{1C6D77FA-87F3-313A-C869-028CB931E877}"/>
          </ac:spMkLst>
        </pc:spChg>
        <pc:spChg chg="add mod topLvl">
          <ac:chgData name="Pereira Da Silva, Marco R" userId="e4503bc6-e440-45f5-99b6-0eddc26140a5" providerId="ADAL" clId="{EF573C6B-3248-4E81-8FFA-91A07934F8C1}" dt="2025-03-20T18:15:40.723" v="22078" actId="20577"/>
          <ac:spMkLst>
            <pc:docMk/>
            <pc:sldMk cId="1697626896" sldId="262"/>
            <ac:spMk id="69" creationId="{EF786C18-4A34-22B2-4A62-B27B4C49EB91}"/>
          </ac:spMkLst>
        </pc:spChg>
        <pc:spChg chg="add mod topLvl">
          <ac:chgData name="Pereira Da Silva, Marco R" userId="e4503bc6-e440-45f5-99b6-0eddc26140a5" providerId="ADAL" clId="{EF573C6B-3248-4E81-8FFA-91A07934F8C1}" dt="2025-03-20T19:31:37.083" v="22841" actId="20577"/>
          <ac:spMkLst>
            <pc:docMk/>
            <pc:sldMk cId="1697626896" sldId="262"/>
            <ac:spMk id="70" creationId="{01128723-E9CA-EE8B-30C1-99472375B91A}"/>
          </ac:spMkLst>
        </pc:spChg>
        <pc:spChg chg="add mod topLvl">
          <ac:chgData name="Pereira Da Silva, Marco R" userId="e4503bc6-e440-45f5-99b6-0eddc26140a5" providerId="ADAL" clId="{EF573C6B-3248-4E81-8FFA-91A07934F8C1}" dt="2025-03-20T18:15:45.565" v="22080" actId="20577"/>
          <ac:spMkLst>
            <pc:docMk/>
            <pc:sldMk cId="1697626896" sldId="262"/>
            <ac:spMk id="71" creationId="{B17A2E45-FE5E-4B7F-6D31-BAB0ED94A5FF}"/>
          </ac:spMkLst>
        </pc:spChg>
        <pc:spChg chg="mod">
          <ac:chgData name="Pereira Da Silva, Marco R" userId="e4503bc6-e440-45f5-99b6-0eddc26140a5" providerId="ADAL" clId="{EF573C6B-3248-4E81-8FFA-91A07934F8C1}" dt="2025-03-19T15:16:01.390" v="19199" actId="20577"/>
          <ac:spMkLst>
            <pc:docMk/>
            <pc:sldMk cId="1697626896" sldId="262"/>
            <ac:spMk id="72" creationId="{B63881D9-C98B-7060-078E-2C138DBF85B6}"/>
          </ac:spMkLst>
        </pc:spChg>
        <pc:spChg chg="add mod topLvl">
          <ac:chgData name="Pereira Da Silva, Marco R" userId="e4503bc6-e440-45f5-99b6-0eddc26140a5" providerId="ADAL" clId="{EF573C6B-3248-4E81-8FFA-91A07934F8C1}" dt="2025-03-20T20:10:18.810" v="23157" actId="20577"/>
          <ac:spMkLst>
            <pc:docMk/>
            <pc:sldMk cId="1697626896" sldId="262"/>
            <ac:spMk id="73" creationId="{FA8D11DA-24A4-A7A4-D748-B00415F6FDA5}"/>
          </ac:spMkLst>
        </pc:spChg>
        <pc:spChg chg="mod">
          <ac:chgData name="Pereira Da Silva, Marco R" userId="e4503bc6-e440-45f5-99b6-0eddc26140a5" providerId="ADAL" clId="{EF573C6B-3248-4E81-8FFA-91A07934F8C1}" dt="2025-03-19T15:05:19.592" v="18799" actId="20577"/>
          <ac:spMkLst>
            <pc:docMk/>
            <pc:sldMk cId="1697626896" sldId="262"/>
            <ac:spMk id="74" creationId="{6E1DD0FB-5042-77E0-A1BC-0C670C5F5C9D}"/>
          </ac:spMkLst>
        </pc:spChg>
        <pc:spChg chg="mod">
          <ac:chgData name="Pereira Da Silva, Marco R" userId="e4503bc6-e440-45f5-99b6-0eddc26140a5" providerId="ADAL" clId="{EF573C6B-3248-4E81-8FFA-91A07934F8C1}" dt="2025-03-20T18:09:14.445" v="22020" actId="255"/>
          <ac:spMkLst>
            <pc:docMk/>
            <pc:sldMk cId="1697626896" sldId="262"/>
            <ac:spMk id="75" creationId="{CEF45600-57BD-8376-4984-31C00273114E}"/>
          </ac:spMkLst>
        </pc:spChg>
        <pc:spChg chg="mod">
          <ac:chgData name="Pereira Da Silva, Marco R" userId="e4503bc6-e440-45f5-99b6-0eddc26140a5" providerId="ADAL" clId="{EF573C6B-3248-4E81-8FFA-91A07934F8C1}" dt="2025-03-20T18:10:13.783" v="22029" actId="14100"/>
          <ac:spMkLst>
            <pc:docMk/>
            <pc:sldMk cId="1697626896" sldId="262"/>
            <ac:spMk id="76" creationId="{8CDE08D8-3853-DD2C-1D14-0237B605A6A3}"/>
          </ac:spMkLst>
        </pc:spChg>
        <pc:spChg chg="add mod topLvl">
          <ac:chgData name="Pereira Da Silva, Marco R" userId="e4503bc6-e440-45f5-99b6-0eddc26140a5" providerId="ADAL" clId="{EF573C6B-3248-4E81-8FFA-91A07934F8C1}" dt="2025-03-20T18:10:04.112" v="22028" actId="14100"/>
          <ac:spMkLst>
            <pc:docMk/>
            <pc:sldMk cId="1697626896" sldId="262"/>
            <ac:spMk id="77" creationId="{E5DBF833-7542-D156-EF31-2C1D6ED3C3EC}"/>
          </ac:spMkLst>
        </pc:spChg>
        <pc:spChg chg="add mod topLvl">
          <ac:chgData name="Pereira Da Silva, Marco R" userId="e4503bc6-e440-45f5-99b6-0eddc26140a5" providerId="ADAL" clId="{EF573C6B-3248-4E81-8FFA-91A07934F8C1}" dt="2025-03-20T18:09:27.651" v="22023" actId="255"/>
          <ac:spMkLst>
            <pc:docMk/>
            <pc:sldMk cId="1697626896" sldId="262"/>
            <ac:spMk id="78" creationId="{FA806B7D-F6E9-F40A-6856-81825BE0ACCA}"/>
          </ac:spMkLst>
        </pc:spChg>
        <pc:spChg chg="mod">
          <ac:chgData name="Pereira Da Silva, Marco R" userId="e4503bc6-e440-45f5-99b6-0eddc26140a5" providerId="ADAL" clId="{EF573C6B-3248-4E81-8FFA-91A07934F8C1}" dt="2025-03-20T18:10:23.734" v="22030" actId="14100"/>
          <ac:spMkLst>
            <pc:docMk/>
            <pc:sldMk cId="1697626896" sldId="262"/>
            <ac:spMk id="79" creationId="{B25DC4C6-8218-8844-068D-A9FBCB215EDD}"/>
          </ac:spMkLst>
        </pc:spChg>
        <pc:spChg chg="add mod topLvl">
          <ac:chgData name="Pereira Da Silva, Marco R" userId="e4503bc6-e440-45f5-99b6-0eddc26140a5" providerId="ADAL" clId="{EF573C6B-3248-4E81-8FFA-91A07934F8C1}" dt="2025-03-20T18:09:38.489" v="22025" actId="255"/>
          <ac:spMkLst>
            <pc:docMk/>
            <pc:sldMk cId="1697626896" sldId="262"/>
            <ac:spMk id="80" creationId="{C52BDC0D-E110-6C06-CF26-23F198DBD37B}"/>
          </ac:spMkLst>
        </pc:spChg>
        <pc:spChg chg="mod">
          <ac:chgData name="Pereira Da Silva, Marco R" userId="e4503bc6-e440-45f5-99b6-0eddc26140a5" providerId="ADAL" clId="{EF573C6B-3248-4E81-8FFA-91A07934F8C1}" dt="2025-03-20T18:09:48.877" v="22027" actId="255"/>
          <ac:spMkLst>
            <pc:docMk/>
            <pc:sldMk cId="1697626896" sldId="262"/>
            <ac:spMk id="81" creationId="{3826F970-CBE2-8D6E-4921-38A29CD3E02E}"/>
          </ac:spMkLst>
        </pc:spChg>
        <pc:spChg chg="add mod topLvl">
          <ac:chgData name="Pereira Da Silva, Marco R" userId="e4503bc6-e440-45f5-99b6-0eddc26140a5" providerId="ADAL" clId="{EF573C6B-3248-4E81-8FFA-91A07934F8C1}" dt="2025-03-20T18:10:31.177" v="22031" actId="14100"/>
          <ac:spMkLst>
            <pc:docMk/>
            <pc:sldMk cId="1697626896" sldId="262"/>
            <ac:spMk id="82" creationId="{D9D116A1-4BD7-93B2-FB09-DD328AFC1399}"/>
          </ac:spMkLst>
        </pc:spChg>
        <pc:spChg chg="mod">
          <ac:chgData name="Pereira Da Silva, Marco R" userId="e4503bc6-e440-45f5-99b6-0eddc26140a5" providerId="ADAL" clId="{EF573C6B-3248-4E81-8FFA-91A07934F8C1}" dt="2025-03-19T06:12:05.256" v="16218" actId="207"/>
          <ac:spMkLst>
            <pc:docMk/>
            <pc:sldMk cId="1697626896" sldId="262"/>
            <ac:spMk id="83" creationId="{ECD0AD9C-7BB0-10C3-2BDE-4A3E21CF9422}"/>
          </ac:spMkLst>
        </pc:spChg>
        <pc:grpChg chg="add mod">
          <ac:chgData name="Pereira Da Silva, Marco R" userId="e4503bc6-e440-45f5-99b6-0eddc26140a5" providerId="ADAL" clId="{EF573C6B-3248-4E81-8FFA-91A07934F8C1}" dt="2025-03-20T19:04:58.433" v="22556" actId="1035"/>
          <ac:grpSpMkLst>
            <pc:docMk/>
            <pc:sldMk cId="1697626896" sldId="262"/>
            <ac:grpSpMk id="6" creationId="{FCD8D4BB-08C6-E084-2205-BF929791D33B}"/>
          </ac:grpSpMkLst>
        </pc:grpChg>
        <pc:grpChg chg="mod">
          <ac:chgData name="Pereira Da Silva, Marco R" userId="e4503bc6-e440-45f5-99b6-0eddc26140a5" providerId="ADAL" clId="{EF573C6B-3248-4E81-8FFA-91A07934F8C1}" dt="2025-03-20T18:08:00.509" v="22011" actId="14100"/>
          <ac:grpSpMkLst>
            <pc:docMk/>
            <pc:sldMk cId="1697626896" sldId="262"/>
            <ac:grpSpMk id="93" creationId="{A3AB0A1D-B440-092C-8677-D0EA86E17442}"/>
          </ac:grpSpMkLst>
        </pc:grpChg>
        <pc:picChg chg="mod">
          <ac:chgData name="Pereira Da Silva, Marco R" userId="e4503bc6-e440-45f5-99b6-0eddc26140a5" providerId="ADAL" clId="{EF573C6B-3248-4E81-8FFA-91A07934F8C1}" dt="2025-03-20T18:08:04.718" v="22012" actId="164"/>
          <ac:picMkLst>
            <pc:docMk/>
            <pc:sldMk cId="1697626896" sldId="262"/>
            <ac:picMk id="84" creationId="{05AC5E47-07C6-5E6E-4D47-A556BB681E6E}"/>
          </ac:picMkLst>
        </pc:picChg>
        <pc:picChg chg="mod">
          <ac:chgData name="Pereira Da Silva, Marco R" userId="e4503bc6-e440-45f5-99b6-0eddc26140a5" providerId="ADAL" clId="{EF573C6B-3248-4E81-8FFA-91A07934F8C1}" dt="2025-03-20T18:08:04.718" v="22012" actId="164"/>
          <ac:picMkLst>
            <pc:docMk/>
            <pc:sldMk cId="1697626896" sldId="262"/>
            <ac:picMk id="85" creationId="{BEC6EFF1-CA4F-D418-4B13-0AEA642BFF5B}"/>
          </ac:picMkLst>
        </pc:picChg>
        <pc:picChg chg="mod">
          <ac:chgData name="Pereira Da Silva, Marco R" userId="e4503bc6-e440-45f5-99b6-0eddc26140a5" providerId="ADAL" clId="{EF573C6B-3248-4E81-8FFA-91A07934F8C1}" dt="2025-03-20T18:08:04.718" v="22012" actId="164"/>
          <ac:picMkLst>
            <pc:docMk/>
            <pc:sldMk cId="1697626896" sldId="262"/>
            <ac:picMk id="86" creationId="{316C54A9-CD50-84D5-C54C-E3831B3FA40D}"/>
          </ac:picMkLst>
        </pc:picChg>
        <pc:picChg chg="mod">
          <ac:chgData name="Pereira Da Silva, Marco R" userId="e4503bc6-e440-45f5-99b6-0eddc26140a5" providerId="ADAL" clId="{EF573C6B-3248-4E81-8FFA-91A07934F8C1}" dt="2025-03-20T18:08:04.718" v="22012" actId="164"/>
          <ac:picMkLst>
            <pc:docMk/>
            <pc:sldMk cId="1697626896" sldId="262"/>
            <ac:picMk id="87" creationId="{C81F4D56-0682-E0C0-10C6-5C5E54BE8838}"/>
          </ac:picMkLst>
        </pc:picChg>
        <pc:picChg chg="mod">
          <ac:chgData name="Pereira Da Silva, Marco R" userId="e4503bc6-e440-45f5-99b6-0eddc26140a5" providerId="ADAL" clId="{EF573C6B-3248-4E81-8FFA-91A07934F8C1}" dt="2025-03-20T18:08:04.718" v="22012" actId="164"/>
          <ac:picMkLst>
            <pc:docMk/>
            <pc:sldMk cId="1697626896" sldId="262"/>
            <ac:picMk id="88" creationId="{FB3AC749-9083-A763-D8D3-229CBBABF0A4}"/>
          </ac:picMkLst>
        </pc:picChg>
        <pc:picChg chg="mod">
          <ac:chgData name="Pereira Da Silva, Marco R" userId="e4503bc6-e440-45f5-99b6-0eddc26140a5" providerId="ADAL" clId="{EF573C6B-3248-4E81-8FFA-91A07934F8C1}" dt="2025-03-20T18:08:04.718" v="22012" actId="164"/>
          <ac:picMkLst>
            <pc:docMk/>
            <pc:sldMk cId="1697626896" sldId="262"/>
            <ac:picMk id="89" creationId="{14B6DC2B-DEBC-0BAB-2FCB-DA9A5A96AE88}"/>
          </ac:picMkLst>
        </pc:picChg>
        <pc:picChg chg="mod">
          <ac:chgData name="Pereira Da Silva, Marco R" userId="e4503bc6-e440-45f5-99b6-0eddc26140a5" providerId="ADAL" clId="{EF573C6B-3248-4E81-8FFA-91A07934F8C1}" dt="2025-03-20T18:08:04.718" v="22012" actId="164"/>
          <ac:picMkLst>
            <pc:docMk/>
            <pc:sldMk cId="1697626896" sldId="262"/>
            <ac:picMk id="90" creationId="{2A4B5C34-BB3F-9B35-7308-BAB551FCB01B}"/>
          </ac:picMkLst>
        </pc:picChg>
        <pc:picChg chg="mod">
          <ac:chgData name="Pereira Da Silva, Marco R" userId="e4503bc6-e440-45f5-99b6-0eddc26140a5" providerId="ADAL" clId="{EF573C6B-3248-4E81-8FFA-91A07934F8C1}" dt="2025-03-20T18:08:04.718" v="22012" actId="164"/>
          <ac:picMkLst>
            <pc:docMk/>
            <pc:sldMk cId="1697626896" sldId="262"/>
            <ac:picMk id="91" creationId="{32A3BE1A-8509-2D12-7C86-C72593C76F44}"/>
          </ac:picMkLst>
        </pc:picChg>
        <pc:picChg chg="add mod">
          <ac:chgData name="Pereira Da Silva, Marco R" userId="e4503bc6-e440-45f5-99b6-0eddc26140a5" providerId="ADAL" clId="{EF573C6B-3248-4E81-8FFA-91A07934F8C1}" dt="2025-03-20T18:08:04.718" v="22012" actId="164"/>
          <ac:picMkLst>
            <pc:docMk/>
            <pc:sldMk cId="1697626896" sldId="262"/>
            <ac:picMk id="97" creationId="{97DDF57D-6BE7-5751-A3C4-8A77D8EE9A6E}"/>
          </ac:picMkLst>
        </pc:picChg>
      </pc:sldChg>
      <pc:sldChg chg="addSp delSp modSp add mod ord modTransition">
        <pc:chgData name="Pereira Da Silva, Marco R" userId="e4503bc6-e440-45f5-99b6-0eddc26140a5" providerId="ADAL" clId="{EF573C6B-3248-4E81-8FFA-91A07934F8C1}" dt="2025-03-23T18:23:19.512" v="23173" actId="20577"/>
        <pc:sldMkLst>
          <pc:docMk/>
          <pc:sldMk cId="1306312667" sldId="263"/>
        </pc:sldMkLst>
        <pc:spChg chg="add mod">
          <ac:chgData name="Pereira Da Silva, Marco R" userId="e4503bc6-e440-45f5-99b6-0eddc26140a5" providerId="ADAL" clId="{EF573C6B-3248-4E81-8FFA-91A07934F8C1}" dt="2025-03-19T17:03:40.417" v="20524" actId="113"/>
          <ac:spMkLst>
            <pc:docMk/>
            <pc:sldMk cId="1306312667" sldId="263"/>
            <ac:spMk id="3" creationId="{CB687DFA-30B8-1C48-8FC7-E58C5CD872E4}"/>
          </ac:spMkLst>
        </pc:spChg>
        <pc:spChg chg="add mod">
          <ac:chgData name="Pereira Da Silva, Marco R" userId="e4503bc6-e440-45f5-99b6-0eddc26140a5" providerId="ADAL" clId="{EF573C6B-3248-4E81-8FFA-91A07934F8C1}" dt="2025-03-23T18:23:19.512" v="23173" actId="20577"/>
          <ac:spMkLst>
            <pc:docMk/>
            <pc:sldMk cId="1306312667" sldId="263"/>
            <ac:spMk id="28" creationId="{0B963362-7B05-C121-720B-3C898104A072}"/>
          </ac:spMkLst>
        </pc:spChg>
        <pc:spChg chg="add mod">
          <ac:chgData name="Pereira Da Silva, Marco R" userId="e4503bc6-e440-45f5-99b6-0eddc26140a5" providerId="ADAL" clId="{EF573C6B-3248-4E81-8FFA-91A07934F8C1}" dt="2025-03-20T19:04:42.860" v="22536" actId="1035"/>
          <ac:spMkLst>
            <pc:docMk/>
            <pc:sldMk cId="1306312667" sldId="263"/>
            <ac:spMk id="29" creationId="{1850293C-60FE-7177-F55A-906F4F42EF05}"/>
          </ac:spMkLst>
        </pc:spChg>
        <pc:graphicFrameChg chg="add mod modGraphic">
          <ac:chgData name="Pereira Da Silva, Marco R" userId="e4503bc6-e440-45f5-99b6-0eddc26140a5" providerId="ADAL" clId="{EF573C6B-3248-4E81-8FFA-91A07934F8C1}" dt="2025-03-20T19:55:54.440" v="22899" actId="242"/>
          <ac:graphicFrameMkLst>
            <pc:docMk/>
            <pc:sldMk cId="1306312667" sldId="263"/>
            <ac:graphicFrameMk id="6" creationId="{28BA8D7B-D553-B063-2A5D-22CFE0EE32C3}"/>
          </ac:graphicFrameMkLst>
        </pc:graphicFrameChg>
      </pc:sldChg>
      <pc:sldChg chg="addSp delSp modSp add mod modTransition">
        <pc:chgData name="Pereira Da Silva, Marco R" userId="e4503bc6-e440-45f5-99b6-0eddc26140a5" providerId="ADAL" clId="{EF573C6B-3248-4E81-8FFA-91A07934F8C1}" dt="2025-03-20T20:08:56.682" v="23109" actId="1035"/>
        <pc:sldMkLst>
          <pc:docMk/>
          <pc:sldMk cId="81602436" sldId="264"/>
        </pc:sldMkLst>
        <pc:spChg chg="add del mod">
          <ac:chgData name="Pereira Da Silva, Marco R" userId="e4503bc6-e440-45f5-99b6-0eddc26140a5" providerId="ADAL" clId="{EF573C6B-3248-4E81-8FFA-91A07934F8C1}" dt="2025-03-17T15:37:16.437" v="3954" actId="164"/>
          <ac:spMkLst>
            <pc:docMk/>
            <pc:sldMk cId="81602436" sldId="264"/>
            <ac:spMk id="10" creationId="{DC3E56C4-4E09-7E93-8C2B-8ABF69077650}"/>
          </ac:spMkLst>
        </pc:spChg>
        <pc:spChg chg="mod topLvl">
          <ac:chgData name="Pereira Da Silva, Marco R" userId="e4503bc6-e440-45f5-99b6-0eddc26140a5" providerId="ADAL" clId="{EF573C6B-3248-4E81-8FFA-91A07934F8C1}" dt="2025-03-19T14:36:41.016" v="18417" actId="207"/>
          <ac:spMkLst>
            <pc:docMk/>
            <pc:sldMk cId="81602436" sldId="264"/>
            <ac:spMk id="30" creationId="{794D683A-01B6-A5B8-B6BE-59AA84DD17A0}"/>
          </ac:spMkLst>
        </pc:spChg>
        <pc:spChg chg="add del mod topLvl">
          <ac:chgData name="Pereira Da Silva, Marco R" userId="e4503bc6-e440-45f5-99b6-0eddc26140a5" providerId="ADAL" clId="{EF573C6B-3248-4E81-8FFA-91A07934F8C1}" dt="2025-03-19T14:36:12.254" v="18410" actId="207"/>
          <ac:spMkLst>
            <pc:docMk/>
            <pc:sldMk cId="81602436" sldId="264"/>
            <ac:spMk id="33" creationId="{178C3383-75D3-1E4D-8D84-1734AB9A6EC4}"/>
          </ac:spMkLst>
        </pc:spChg>
        <pc:spChg chg="mod topLvl">
          <ac:chgData name="Pereira Da Silva, Marco R" userId="e4503bc6-e440-45f5-99b6-0eddc26140a5" providerId="ADAL" clId="{EF573C6B-3248-4E81-8FFA-91A07934F8C1}" dt="2025-03-20T20:05:14.133" v="22949" actId="165"/>
          <ac:spMkLst>
            <pc:docMk/>
            <pc:sldMk cId="81602436" sldId="264"/>
            <ac:spMk id="40" creationId="{8EB85CD3-BBD8-36A5-0D33-B56BB7D85F54}"/>
          </ac:spMkLst>
        </pc:spChg>
        <pc:spChg chg="mod topLvl">
          <ac:chgData name="Pereira Da Silva, Marco R" userId="e4503bc6-e440-45f5-99b6-0eddc26140a5" providerId="ADAL" clId="{EF573C6B-3248-4E81-8FFA-91A07934F8C1}" dt="2025-03-20T20:05:14.133" v="22949" actId="165"/>
          <ac:spMkLst>
            <pc:docMk/>
            <pc:sldMk cId="81602436" sldId="264"/>
            <ac:spMk id="43" creationId="{73B61E45-B4DC-0D87-A89D-F5C2EB083C84}"/>
          </ac:spMkLst>
        </pc:spChg>
        <pc:spChg chg="mod topLvl">
          <ac:chgData name="Pereira Da Silva, Marco R" userId="e4503bc6-e440-45f5-99b6-0eddc26140a5" providerId="ADAL" clId="{EF573C6B-3248-4E81-8FFA-91A07934F8C1}" dt="2025-03-20T20:05:14.133" v="22949" actId="165"/>
          <ac:spMkLst>
            <pc:docMk/>
            <pc:sldMk cId="81602436" sldId="264"/>
            <ac:spMk id="45" creationId="{6E376913-A29A-215F-A599-2F73204BD562}"/>
          </ac:spMkLst>
        </pc:spChg>
        <pc:spChg chg="mod">
          <ac:chgData name="Pereira Da Silva, Marco R" userId="e4503bc6-e440-45f5-99b6-0eddc26140a5" providerId="ADAL" clId="{EF573C6B-3248-4E81-8FFA-91A07934F8C1}" dt="2025-03-20T20:05:14.133" v="22949" actId="165"/>
          <ac:spMkLst>
            <pc:docMk/>
            <pc:sldMk cId="81602436" sldId="264"/>
            <ac:spMk id="49" creationId="{BA25ED6F-275A-99F3-E772-EE899B4C314B}"/>
          </ac:spMkLst>
        </pc:spChg>
        <pc:spChg chg="mod">
          <ac:chgData name="Pereira Da Silva, Marco R" userId="e4503bc6-e440-45f5-99b6-0eddc26140a5" providerId="ADAL" clId="{EF573C6B-3248-4E81-8FFA-91A07934F8C1}" dt="2025-03-20T20:05:14.133" v="22949" actId="165"/>
          <ac:spMkLst>
            <pc:docMk/>
            <pc:sldMk cId="81602436" sldId="264"/>
            <ac:spMk id="50" creationId="{DA1BCBCB-0250-D674-A7C4-7B666E09376B}"/>
          </ac:spMkLst>
        </pc:spChg>
        <pc:spChg chg="mod">
          <ac:chgData name="Pereira Da Silva, Marco R" userId="e4503bc6-e440-45f5-99b6-0eddc26140a5" providerId="ADAL" clId="{EF573C6B-3248-4E81-8FFA-91A07934F8C1}" dt="2025-03-17T15:37:10.533" v="3953" actId="165"/>
          <ac:spMkLst>
            <pc:docMk/>
            <pc:sldMk cId="81602436" sldId="264"/>
            <ac:spMk id="52" creationId="{F29A30AD-B9CA-F113-8251-78ADB4A62A06}"/>
          </ac:spMkLst>
        </pc:spChg>
        <pc:spChg chg="mod">
          <ac:chgData name="Pereira Da Silva, Marco R" userId="e4503bc6-e440-45f5-99b6-0eddc26140a5" providerId="ADAL" clId="{EF573C6B-3248-4E81-8FFA-91A07934F8C1}" dt="2025-03-17T15:37:10.533" v="3953" actId="165"/>
          <ac:spMkLst>
            <pc:docMk/>
            <pc:sldMk cId="81602436" sldId="264"/>
            <ac:spMk id="53" creationId="{5AC99F1C-A2FF-EA37-8DB4-7CF27003B64F}"/>
          </ac:spMkLst>
        </pc:spChg>
        <pc:spChg chg="add mod">
          <ac:chgData name="Pereira Da Silva, Marco R" userId="e4503bc6-e440-45f5-99b6-0eddc26140a5" providerId="ADAL" clId="{EF573C6B-3248-4E81-8FFA-91A07934F8C1}" dt="2025-03-20T20:06:59.572" v="23028" actId="1036"/>
          <ac:spMkLst>
            <pc:docMk/>
            <pc:sldMk cId="81602436" sldId="264"/>
            <ac:spMk id="67" creationId="{E0BA9971-B4D5-2678-BD6A-1DC2F18C0323}"/>
          </ac:spMkLst>
        </pc:spChg>
        <pc:spChg chg="add mod">
          <ac:chgData name="Pereira Da Silva, Marco R" userId="e4503bc6-e440-45f5-99b6-0eddc26140a5" providerId="ADAL" clId="{EF573C6B-3248-4E81-8FFA-91A07934F8C1}" dt="2025-03-19T17:03:34.204" v="20522" actId="113"/>
          <ac:spMkLst>
            <pc:docMk/>
            <pc:sldMk cId="81602436" sldId="264"/>
            <ac:spMk id="68" creationId="{E966B270-2DFB-B98D-1F25-BC0D952D0694}"/>
          </ac:spMkLst>
        </pc:spChg>
        <pc:spChg chg="add mod">
          <ac:chgData name="Pereira Da Silva, Marco R" userId="e4503bc6-e440-45f5-99b6-0eddc26140a5" providerId="ADAL" clId="{EF573C6B-3248-4E81-8FFA-91A07934F8C1}" dt="2025-03-20T20:08:56.682" v="23109" actId="1035"/>
          <ac:spMkLst>
            <pc:docMk/>
            <pc:sldMk cId="81602436" sldId="264"/>
            <ac:spMk id="69" creationId="{4DE8C976-7DA6-F219-6F6D-37CF3781C8BE}"/>
          </ac:spMkLst>
        </pc:spChg>
        <pc:spChg chg="add mod">
          <ac:chgData name="Pereira Da Silva, Marco R" userId="e4503bc6-e440-45f5-99b6-0eddc26140a5" providerId="ADAL" clId="{EF573C6B-3248-4E81-8FFA-91A07934F8C1}" dt="2025-03-20T20:06:57.333" v="23026" actId="1035"/>
          <ac:spMkLst>
            <pc:docMk/>
            <pc:sldMk cId="81602436" sldId="264"/>
            <ac:spMk id="70" creationId="{78DB8477-36C3-8171-AFF8-384ECE19DD8B}"/>
          </ac:spMkLst>
        </pc:spChg>
        <pc:spChg chg="add mod">
          <ac:chgData name="Pereira Da Silva, Marco R" userId="e4503bc6-e440-45f5-99b6-0eddc26140a5" providerId="ADAL" clId="{EF573C6B-3248-4E81-8FFA-91A07934F8C1}" dt="2025-03-20T20:08:56.682" v="23109" actId="1035"/>
          <ac:spMkLst>
            <pc:docMk/>
            <pc:sldMk cId="81602436" sldId="264"/>
            <ac:spMk id="71" creationId="{DD21C2D4-B376-892F-A62A-16CFC1E4029C}"/>
          </ac:spMkLst>
        </pc:spChg>
        <pc:spChg chg="add mod">
          <ac:chgData name="Pereira Da Silva, Marco R" userId="e4503bc6-e440-45f5-99b6-0eddc26140a5" providerId="ADAL" clId="{EF573C6B-3248-4E81-8FFA-91A07934F8C1}" dt="2025-03-20T20:02:46.299" v="22932" actId="1035"/>
          <ac:spMkLst>
            <pc:docMk/>
            <pc:sldMk cId="81602436" sldId="264"/>
            <ac:spMk id="72" creationId="{CBBD3234-F681-27B2-FF56-367B0A9D9FDE}"/>
          </ac:spMkLst>
        </pc:spChg>
        <pc:spChg chg="add mod">
          <ac:chgData name="Pereira Da Silva, Marco R" userId="e4503bc6-e440-45f5-99b6-0eddc26140a5" providerId="ADAL" clId="{EF573C6B-3248-4E81-8FFA-91A07934F8C1}" dt="2025-03-20T20:02:11.487" v="22928" actId="1076"/>
          <ac:spMkLst>
            <pc:docMk/>
            <pc:sldMk cId="81602436" sldId="264"/>
            <ac:spMk id="73" creationId="{9FD8EF55-FB98-191A-F0CF-0009166162CC}"/>
          </ac:spMkLst>
        </pc:spChg>
        <pc:spChg chg="add mod">
          <ac:chgData name="Pereira Da Silva, Marco R" userId="e4503bc6-e440-45f5-99b6-0eddc26140a5" providerId="ADAL" clId="{EF573C6B-3248-4E81-8FFA-91A07934F8C1}" dt="2025-03-20T20:02:25.771" v="22929" actId="1076"/>
          <ac:spMkLst>
            <pc:docMk/>
            <pc:sldMk cId="81602436" sldId="264"/>
            <ac:spMk id="82" creationId="{0B13C5E9-FD88-58B0-3E34-80FA5BECE67B}"/>
          </ac:spMkLst>
        </pc:spChg>
        <pc:spChg chg="add mod">
          <ac:chgData name="Pereira Da Silva, Marco R" userId="e4503bc6-e440-45f5-99b6-0eddc26140a5" providerId="ADAL" clId="{EF573C6B-3248-4E81-8FFA-91A07934F8C1}" dt="2025-03-20T20:08:56.682" v="23109" actId="1035"/>
          <ac:spMkLst>
            <pc:docMk/>
            <pc:sldMk cId="81602436" sldId="264"/>
            <ac:spMk id="83" creationId="{4DEFAE6B-124E-F5B7-A1AF-923946167A5F}"/>
          </ac:spMkLst>
        </pc:spChg>
        <pc:spChg chg="add mod">
          <ac:chgData name="Pereira Da Silva, Marco R" userId="e4503bc6-e440-45f5-99b6-0eddc26140a5" providerId="ADAL" clId="{EF573C6B-3248-4E81-8FFA-91A07934F8C1}" dt="2025-03-20T20:08:56.682" v="23109" actId="1035"/>
          <ac:spMkLst>
            <pc:docMk/>
            <pc:sldMk cId="81602436" sldId="264"/>
            <ac:spMk id="84" creationId="{C1EAB343-3D09-9E3B-E104-C7CC3A7A1958}"/>
          </ac:spMkLst>
        </pc:spChg>
        <pc:spChg chg="add mod">
          <ac:chgData name="Pereira Da Silva, Marco R" userId="e4503bc6-e440-45f5-99b6-0eddc26140a5" providerId="ADAL" clId="{EF573C6B-3248-4E81-8FFA-91A07934F8C1}" dt="2025-03-20T20:08:56.682" v="23109" actId="1035"/>
          <ac:spMkLst>
            <pc:docMk/>
            <pc:sldMk cId="81602436" sldId="264"/>
            <ac:spMk id="85" creationId="{6E03DF07-8872-A956-559D-D935E2F399FB}"/>
          </ac:spMkLst>
        </pc:spChg>
        <pc:spChg chg="add mod">
          <ac:chgData name="Pereira Da Silva, Marco R" userId="e4503bc6-e440-45f5-99b6-0eddc26140a5" providerId="ADAL" clId="{EF573C6B-3248-4E81-8FFA-91A07934F8C1}" dt="2025-03-20T20:03:42.831" v="22938" actId="1076"/>
          <ac:spMkLst>
            <pc:docMk/>
            <pc:sldMk cId="81602436" sldId="264"/>
            <ac:spMk id="86" creationId="{EAE465EB-62F9-E0D5-FBDA-8CA5440A17A2}"/>
          </ac:spMkLst>
        </pc:spChg>
        <pc:spChg chg="add mod">
          <ac:chgData name="Pereira Da Silva, Marco R" userId="e4503bc6-e440-45f5-99b6-0eddc26140a5" providerId="ADAL" clId="{EF573C6B-3248-4E81-8FFA-91A07934F8C1}" dt="2025-03-20T20:04:05.065" v="22941" actId="1076"/>
          <ac:spMkLst>
            <pc:docMk/>
            <pc:sldMk cId="81602436" sldId="264"/>
            <ac:spMk id="87" creationId="{218F78EC-CC67-B0E3-B2CB-6F513083DF4B}"/>
          </ac:spMkLst>
        </pc:spChg>
        <pc:spChg chg="add mod">
          <ac:chgData name="Pereira Da Silva, Marco R" userId="e4503bc6-e440-45f5-99b6-0eddc26140a5" providerId="ADAL" clId="{EF573C6B-3248-4E81-8FFA-91A07934F8C1}" dt="2025-03-20T20:08:56.682" v="23109" actId="1035"/>
          <ac:spMkLst>
            <pc:docMk/>
            <pc:sldMk cId="81602436" sldId="264"/>
            <ac:spMk id="89" creationId="{9D4BFD1D-8CA3-7473-8512-4DF6B51F4D0C}"/>
          </ac:spMkLst>
        </pc:spChg>
        <pc:spChg chg="add mod">
          <ac:chgData name="Pereira Da Silva, Marco R" userId="e4503bc6-e440-45f5-99b6-0eddc26140a5" providerId="ADAL" clId="{EF573C6B-3248-4E81-8FFA-91A07934F8C1}" dt="2025-03-20T20:02:00.577" v="22927" actId="1076"/>
          <ac:spMkLst>
            <pc:docMk/>
            <pc:sldMk cId="81602436" sldId="264"/>
            <ac:spMk id="90" creationId="{FAC54B80-10E1-204F-4DB9-534E0C290FEE}"/>
          </ac:spMkLst>
        </pc:spChg>
        <pc:spChg chg="add mod">
          <ac:chgData name="Pereira Da Silva, Marco R" userId="e4503bc6-e440-45f5-99b6-0eddc26140a5" providerId="ADAL" clId="{EF573C6B-3248-4E81-8FFA-91A07934F8C1}" dt="2025-03-20T20:08:56.682" v="23109" actId="1035"/>
          <ac:spMkLst>
            <pc:docMk/>
            <pc:sldMk cId="81602436" sldId="264"/>
            <ac:spMk id="91" creationId="{AF15E9F3-71A0-7AF0-8395-F431DCA2BF39}"/>
          </ac:spMkLst>
        </pc:spChg>
        <pc:spChg chg="add mod">
          <ac:chgData name="Pereira Da Silva, Marco R" userId="e4503bc6-e440-45f5-99b6-0eddc26140a5" providerId="ADAL" clId="{EF573C6B-3248-4E81-8FFA-91A07934F8C1}" dt="2025-03-20T20:01:07.903" v="22922" actId="1076"/>
          <ac:spMkLst>
            <pc:docMk/>
            <pc:sldMk cId="81602436" sldId="264"/>
            <ac:spMk id="92" creationId="{184C6DC6-5FCE-3652-DBF6-9C6D740AE6B6}"/>
          </ac:spMkLst>
        </pc:spChg>
        <pc:spChg chg="add mod">
          <ac:chgData name="Pereira Da Silva, Marco R" userId="e4503bc6-e440-45f5-99b6-0eddc26140a5" providerId="ADAL" clId="{EF573C6B-3248-4E81-8FFA-91A07934F8C1}" dt="2025-03-20T20:00:55.474" v="22921" actId="1076"/>
          <ac:spMkLst>
            <pc:docMk/>
            <pc:sldMk cId="81602436" sldId="264"/>
            <ac:spMk id="93" creationId="{FC10241E-0BB3-4323-054B-2A52393A7BA4}"/>
          </ac:spMkLst>
        </pc:spChg>
        <pc:spChg chg="add mod">
          <ac:chgData name="Pereira Da Silva, Marco R" userId="e4503bc6-e440-45f5-99b6-0eddc26140a5" providerId="ADAL" clId="{EF573C6B-3248-4E81-8FFA-91A07934F8C1}" dt="2025-03-20T19:59:19.710" v="22913" actId="1076"/>
          <ac:spMkLst>
            <pc:docMk/>
            <pc:sldMk cId="81602436" sldId="264"/>
            <ac:spMk id="94" creationId="{58C695EB-8A1C-2C3B-5B77-60237A1BC337}"/>
          </ac:spMkLst>
        </pc:spChg>
        <pc:spChg chg="add mod">
          <ac:chgData name="Pereira Da Silva, Marco R" userId="e4503bc6-e440-45f5-99b6-0eddc26140a5" providerId="ADAL" clId="{EF573C6B-3248-4E81-8FFA-91A07934F8C1}" dt="2025-03-20T20:08:56.682" v="23109" actId="1035"/>
          <ac:spMkLst>
            <pc:docMk/>
            <pc:sldMk cId="81602436" sldId="264"/>
            <ac:spMk id="95" creationId="{D23C8C56-D7DD-1200-0B72-EE60F0120601}"/>
          </ac:spMkLst>
        </pc:spChg>
        <pc:spChg chg="add mod">
          <ac:chgData name="Pereira Da Silva, Marco R" userId="e4503bc6-e440-45f5-99b6-0eddc26140a5" providerId="ADAL" clId="{EF573C6B-3248-4E81-8FFA-91A07934F8C1}" dt="2025-03-20T20:08:29.090" v="23095" actId="1035"/>
          <ac:spMkLst>
            <pc:docMk/>
            <pc:sldMk cId="81602436" sldId="264"/>
            <ac:spMk id="96" creationId="{0911DB36-0CFB-5C13-AA13-9ACD730E5C7F}"/>
          </ac:spMkLst>
        </pc:spChg>
        <pc:spChg chg="add mod">
          <ac:chgData name="Pereira Da Silva, Marco R" userId="e4503bc6-e440-45f5-99b6-0eddc26140a5" providerId="ADAL" clId="{EF573C6B-3248-4E81-8FFA-91A07934F8C1}" dt="2025-03-19T14:35:10.467" v="18401" actId="1035"/>
          <ac:spMkLst>
            <pc:docMk/>
            <pc:sldMk cId="81602436" sldId="264"/>
            <ac:spMk id="97" creationId="{7F9F665B-7520-9BE3-116C-92C7C5AC7AC6}"/>
          </ac:spMkLst>
        </pc:spChg>
        <pc:spChg chg="add mod">
          <ac:chgData name="Pereira Da Silva, Marco R" userId="e4503bc6-e440-45f5-99b6-0eddc26140a5" providerId="ADAL" clId="{EF573C6B-3248-4E81-8FFA-91A07934F8C1}" dt="2025-03-20T20:08:56.682" v="23109" actId="1035"/>
          <ac:spMkLst>
            <pc:docMk/>
            <pc:sldMk cId="81602436" sldId="264"/>
            <ac:spMk id="98" creationId="{9DB607CC-04DA-02AE-296E-AB1432BBD877}"/>
          </ac:spMkLst>
        </pc:spChg>
        <pc:spChg chg="add mod">
          <ac:chgData name="Pereira Da Silva, Marco R" userId="e4503bc6-e440-45f5-99b6-0eddc26140a5" providerId="ADAL" clId="{EF573C6B-3248-4E81-8FFA-91A07934F8C1}" dt="2025-03-20T20:08:56.682" v="23109" actId="1035"/>
          <ac:spMkLst>
            <pc:docMk/>
            <pc:sldMk cId="81602436" sldId="264"/>
            <ac:spMk id="99" creationId="{9A261AEA-570E-7ED4-D8B8-821916384210}"/>
          </ac:spMkLst>
        </pc:spChg>
        <pc:spChg chg="add mod">
          <ac:chgData name="Pereira Da Silva, Marco R" userId="e4503bc6-e440-45f5-99b6-0eddc26140a5" providerId="ADAL" clId="{EF573C6B-3248-4E81-8FFA-91A07934F8C1}" dt="2025-03-20T20:07:47.224" v="23045" actId="14100"/>
          <ac:spMkLst>
            <pc:docMk/>
            <pc:sldMk cId="81602436" sldId="264"/>
            <ac:spMk id="100" creationId="{B720FF19-9098-80B2-7FCD-18CFC0015204}"/>
          </ac:spMkLst>
        </pc:spChg>
        <pc:grpChg chg="add mod topLvl">
          <ac:chgData name="Pereira Da Silva, Marco R" userId="e4503bc6-e440-45f5-99b6-0eddc26140a5" providerId="ADAL" clId="{EF573C6B-3248-4E81-8FFA-91A07934F8C1}" dt="2025-03-20T20:05:14.133" v="22949" actId="165"/>
          <ac:grpSpMkLst>
            <pc:docMk/>
            <pc:sldMk cId="81602436" sldId="264"/>
            <ac:grpSpMk id="48" creationId="{9F3D2D83-103A-39D2-19E9-86AA5A4857D1}"/>
          </ac:grpSpMkLst>
        </pc:grpChg>
        <pc:grpChg chg="add mod topLvl">
          <ac:chgData name="Pereira Da Silva, Marco R" userId="e4503bc6-e440-45f5-99b6-0eddc26140a5" providerId="ADAL" clId="{EF573C6B-3248-4E81-8FFA-91A07934F8C1}" dt="2025-03-17T15:37:16.437" v="3954" actId="164"/>
          <ac:grpSpMkLst>
            <pc:docMk/>
            <pc:sldMk cId="81602436" sldId="264"/>
            <ac:grpSpMk id="51" creationId="{10EC7731-9F04-9B83-DCCB-359D9100ECD7}"/>
          </ac:grpSpMkLst>
        </pc:grpChg>
        <pc:grpChg chg="add del mod">
          <ac:chgData name="Pereira Da Silva, Marco R" userId="e4503bc6-e440-45f5-99b6-0eddc26140a5" providerId="ADAL" clId="{EF573C6B-3248-4E81-8FFA-91A07934F8C1}" dt="2025-03-20T20:08:11.534" v="23063" actId="1038"/>
          <ac:grpSpMkLst>
            <pc:docMk/>
            <pc:sldMk cId="81602436" sldId="264"/>
            <ac:grpSpMk id="62" creationId="{4BD3AEF8-F630-6CF5-F452-B21248F57D5F}"/>
          </ac:grpSpMkLst>
        </pc:grpChg>
        <pc:grpChg chg="add mod">
          <ac:chgData name="Pereira Da Silva, Marco R" userId="e4503bc6-e440-45f5-99b6-0eddc26140a5" providerId="ADAL" clId="{EF573C6B-3248-4E81-8FFA-91A07934F8C1}" dt="2025-03-17T15:37:39.574" v="3973" actId="1037"/>
          <ac:grpSpMkLst>
            <pc:docMk/>
            <pc:sldMk cId="81602436" sldId="264"/>
            <ac:grpSpMk id="63" creationId="{B49F0913-F47E-A0F3-AD8F-92FA25BD0FEF}"/>
          </ac:grpSpMkLst>
        </pc:grpChg>
        <pc:picChg chg="add mod">
          <ac:chgData name="Pereira Da Silva, Marco R" userId="e4503bc6-e440-45f5-99b6-0eddc26140a5" providerId="ADAL" clId="{EF573C6B-3248-4E81-8FFA-91A07934F8C1}" dt="2025-03-20T19:59:48.062" v="22917"/>
          <ac:picMkLst>
            <pc:docMk/>
            <pc:sldMk cId="81602436" sldId="264"/>
            <ac:picMk id="4" creationId="{73033B5B-8C49-6467-DDE2-78EEE22DF634}"/>
          </ac:picMkLst>
        </pc:picChg>
        <pc:picChg chg="add mod">
          <ac:chgData name="Pereira Da Silva, Marco R" userId="e4503bc6-e440-45f5-99b6-0eddc26140a5" providerId="ADAL" clId="{EF573C6B-3248-4E81-8FFA-91A07934F8C1}" dt="2025-03-20T19:59:48.062" v="22917"/>
          <ac:picMkLst>
            <pc:docMk/>
            <pc:sldMk cId="81602436" sldId="264"/>
            <ac:picMk id="5" creationId="{7EFD6F70-B747-7F8C-FA70-855725A0972B}"/>
          </ac:picMkLst>
        </pc:picChg>
        <pc:picChg chg="add mod topLvl">
          <ac:chgData name="Pereira Da Silva, Marco R" userId="e4503bc6-e440-45f5-99b6-0eddc26140a5" providerId="ADAL" clId="{EF573C6B-3248-4E81-8FFA-91A07934F8C1}" dt="2025-03-17T15:37:16.437" v="3954" actId="164"/>
          <ac:picMkLst>
            <pc:docMk/>
            <pc:sldMk cId="81602436" sldId="264"/>
            <ac:picMk id="57" creationId="{3DA1F63C-CE0A-1AA7-4AC6-9E43DFF61680}"/>
          </ac:picMkLst>
        </pc:picChg>
        <pc:picChg chg="add mod topLvl">
          <ac:chgData name="Pereira Da Silva, Marco R" userId="e4503bc6-e440-45f5-99b6-0eddc26140a5" providerId="ADAL" clId="{EF573C6B-3248-4E81-8FFA-91A07934F8C1}" dt="2025-03-20T20:05:14.133" v="22949" actId="165"/>
          <ac:picMkLst>
            <pc:docMk/>
            <pc:sldMk cId="81602436" sldId="264"/>
            <ac:picMk id="60" creationId="{373F03E3-1CFA-D444-E169-E8E8504EB174}"/>
          </ac:picMkLst>
        </pc:picChg>
      </pc:sldChg>
      <pc:sldChg chg="addSp delSp modSp add mod modTransition">
        <pc:chgData name="Pereira Da Silva, Marco R" userId="e4503bc6-e440-45f5-99b6-0eddc26140a5" providerId="ADAL" clId="{EF573C6B-3248-4E81-8FFA-91A07934F8C1}" dt="2025-03-20T19:32:09.414" v="22847" actId="478"/>
        <pc:sldMkLst>
          <pc:docMk/>
          <pc:sldMk cId="3971021137" sldId="265"/>
        </pc:sldMkLst>
        <pc:spChg chg="add mod">
          <ac:chgData name="Pereira Da Silva, Marco R" userId="e4503bc6-e440-45f5-99b6-0eddc26140a5" providerId="ADAL" clId="{EF573C6B-3248-4E81-8FFA-91A07934F8C1}" dt="2025-03-20T19:10:17.849" v="22617" actId="1037"/>
          <ac:spMkLst>
            <pc:docMk/>
            <pc:sldMk cId="3971021137" sldId="265"/>
            <ac:spMk id="3" creationId="{43D15A67-B8DF-F820-3807-824DD36082EA}"/>
          </ac:spMkLst>
        </pc:spChg>
        <pc:spChg chg="add mod">
          <ac:chgData name="Pereira Da Silva, Marco R" userId="e4503bc6-e440-45f5-99b6-0eddc26140a5" providerId="ADAL" clId="{EF573C6B-3248-4E81-8FFA-91A07934F8C1}" dt="2025-03-20T19:13:35.878" v="22625" actId="207"/>
          <ac:spMkLst>
            <pc:docMk/>
            <pc:sldMk cId="3971021137" sldId="265"/>
            <ac:spMk id="5" creationId="{A075ACE4-E3BB-AD89-FD43-5B4F129A0087}"/>
          </ac:spMkLst>
        </pc:spChg>
        <pc:spChg chg="add mod">
          <ac:chgData name="Pereira Da Silva, Marco R" userId="e4503bc6-e440-45f5-99b6-0eddc26140a5" providerId="ADAL" clId="{EF573C6B-3248-4E81-8FFA-91A07934F8C1}" dt="2025-03-20T13:48:08.695" v="21476" actId="164"/>
          <ac:spMkLst>
            <pc:docMk/>
            <pc:sldMk cId="3971021137" sldId="265"/>
            <ac:spMk id="20" creationId="{D31694D5-7057-1D88-0C22-39D75D524C48}"/>
          </ac:spMkLst>
        </pc:spChg>
        <pc:spChg chg="add mod">
          <ac:chgData name="Pereira Da Silva, Marco R" userId="e4503bc6-e440-45f5-99b6-0eddc26140a5" providerId="ADAL" clId="{EF573C6B-3248-4E81-8FFA-91A07934F8C1}" dt="2025-03-20T13:48:08.695" v="21476" actId="164"/>
          <ac:spMkLst>
            <pc:docMk/>
            <pc:sldMk cId="3971021137" sldId="265"/>
            <ac:spMk id="22" creationId="{96140ECE-4388-CEA8-0156-69F1A5B63C7E}"/>
          </ac:spMkLst>
        </pc:spChg>
        <pc:spChg chg="add mod">
          <ac:chgData name="Pereira Da Silva, Marco R" userId="e4503bc6-e440-45f5-99b6-0eddc26140a5" providerId="ADAL" clId="{EF573C6B-3248-4E81-8FFA-91A07934F8C1}" dt="2025-03-20T13:48:08.695" v="21476" actId="164"/>
          <ac:spMkLst>
            <pc:docMk/>
            <pc:sldMk cId="3971021137" sldId="265"/>
            <ac:spMk id="24" creationId="{C0184754-9C07-F990-F149-8773F5D13676}"/>
          </ac:spMkLst>
        </pc:spChg>
        <pc:spChg chg="add mod">
          <ac:chgData name="Pereira Da Silva, Marco R" userId="e4503bc6-e440-45f5-99b6-0eddc26140a5" providerId="ADAL" clId="{EF573C6B-3248-4E81-8FFA-91A07934F8C1}" dt="2025-03-20T13:48:29.571" v="21480" actId="1076"/>
          <ac:spMkLst>
            <pc:docMk/>
            <pc:sldMk cId="3971021137" sldId="265"/>
            <ac:spMk id="25" creationId="{86CAF08D-0431-233F-9BC0-1E7E860D18CB}"/>
          </ac:spMkLst>
        </pc:spChg>
        <pc:spChg chg="add mod">
          <ac:chgData name="Pereira Da Silva, Marco R" userId="e4503bc6-e440-45f5-99b6-0eddc26140a5" providerId="ADAL" clId="{EF573C6B-3248-4E81-8FFA-91A07934F8C1}" dt="2025-03-20T13:55:36.519" v="21843" actId="1037"/>
          <ac:spMkLst>
            <pc:docMk/>
            <pc:sldMk cId="3971021137" sldId="265"/>
            <ac:spMk id="26" creationId="{64D46D89-4911-221F-EBB2-518285F79C5D}"/>
          </ac:spMkLst>
        </pc:spChg>
        <pc:spChg chg="add mod">
          <ac:chgData name="Pereira Da Silva, Marco R" userId="e4503bc6-e440-45f5-99b6-0eddc26140a5" providerId="ADAL" clId="{EF573C6B-3248-4E81-8FFA-91A07934F8C1}" dt="2025-03-20T13:55:36.519" v="21843" actId="1037"/>
          <ac:spMkLst>
            <pc:docMk/>
            <pc:sldMk cId="3971021137" sldId="265"/>
            <ac:spMk id="28" creationId="{E51F121B-BBEE-2537-DE3C-AC73E9BCDC77}"/>
          </ac:spMkLst>
        </pc:spChg>
        <pc:spChg chg="add mod">
          <ac:chgData name="Pereira Da Silva, Marco R" userId="e4503bc6-e440-45f5-99b6-0eddc26140a5" providerId="ADAL" clId="{EF573C6B-3248-4E81-8FFA-91A07934F8C1}" dt="2025-03-20T13:55:31.913" v="21841" actId="1038"/>
          <ac:spMkLst>
            <pc:docMk/>
            <pc:sldMk cId="3971021137" sldId="265"/>
            <ac:spMk id="29" creationId="{B9E4228A-B042-A59C-0CB9-EF953813E74A}"/>
          </ac:spMkLst>
        </pc:spChg>
        <pc:spChg chg="add mod">
          <ac:chgData name="Pereira Da Silva, Marco R" userId="e4503bc6-e440-45f5-99b6-0eddc26140a5" providerId="ADAL" clId="{EF573C6B-3248-4E81-8FFA-91A07934F8C1}" dt="2025-03-20T13:55:31.913" v="21841" actId="1038"/>
          <ac:spMkLst>
            <pc:docMk/>
            <pc:sldMk cId="3971021137" sldId="265"/>
            <ac:spMk id="30" creationId="{8F09A75B-5CBE-24AA-7138-607140A21B3B}"/>
          </ac:spMkLst>
        </pc:spChg>
        <pc:spChg chg="add mod ord topLvl">
          <ac:chgData name="Pereira Da Silva, Marco R" userId="e4503bc6-e440-45f5-99b6-0eddc26140a5" providerId="ADAL" clId="{EF573C6B-3248-4E81-8FFA-91A07934F8C1}" dt="2025-03-20T19:09:48.559" v="22590" actId="1035"/>
          <ac:spMkLst>
            <pc:docMk/>
            <pc:sldMk cId="3971021137" sldId="265"/>
            <ac:spMk id="32" creationId="{8758A59E-2803-61D3-6C47-C80B63E0A566}"/>
          </ac:spMkLst>
        </pc:spChg>
        <pc:spChg chg="add mod ord topLvl">
          <ac:chgData name="Pereira Da Silva, Marco R" userId="e4503bc6-e440-45f5-99b6-0eddc26140a5" providerId="ADAL" clId="{EF573C6B-3248-4E81-8FFA-91A07934F8C1}" dt="2025-03-20T19:12:18.594" v="22624" actId="207"/>
          <ac:spMkLst>
            <pc:docMk/>
            <pc:sldMk cId="3971021137" sldId="265"/>
            <ac:spMk id="33" creationId="{186380C5-5615-8CB7-CF72-54A596FF23E1}"/>
          </ac:spMkLst>
        </pc:spChg>
        <pc:grpChg chg="add mod topLvl">
          <ac:chgData name="Pereira Da Silva, Marco R" userId="e4503bc6-e440-45f5-99b6-0eddc26140a5" providerId="ADAL" clId="{EF573C6B-3248-4E81-8FFA-91A07934F8C1}" dt="2025-03-20T19:09:48.559" v="22590" actId="1035"/>
          <ac:grpSpMkLst>
            <pc:docMk/>
            <pc:sldMk cId="3971021137" sldId="265"/>
            <ac:grpSpMk id="31" creationId="{55F1CC54-920C-1734-CB19-AF4080F9E8E4}"/>
          </ac:grpSpMkLst>
        </pc:grpChg>
        <pc:grpChg chg="add mod">
          <ac:chgData name="Pereira Da Silva, Marco R" userId="e4503bc6-e440-45f5-99b6-0eddc26140a5" providerId="ADAL" clId="{EF573C6B-3248-4E81-8FFA-91A07934F8C1}" dt="2025-03-20T13:48:14.586" v="21477" actId="14100"/>
          <ac:grpSpMkLst>
            <pc:docMk/>
            <pc:sldMk cId="3971021137" sldId="265"/>
            <ac:grpSpMk id="35" creationId="{4923EF25-6CA5-BB68-FF00-BE5146013CC1}"/>
          </ac:grpSpMkLst>
        </pc:grpChg>
        <pc:graphicFrameChg chg="add mod">
          <ac:chgData name="Pereira Da Silva, Marco R" userId="e4503bc6-e440-45f5-99b6-0eddc26140a5" providerId="ADAL" clId="{EF573C6B-3248-4E81-8FFA-91A07934F8C1}" dt="2025-03-20T13:54:57.516" v="21807" actId="165"/>
          <ac:graphicFrameMkLst>
            <pc:docMk/>
            <pc:sldMk cId="3971021137" sldId="265"/>
            <ac:graphicFrameMk id="27" creationId="{BB12B7B9-CA84-3D95-D5DE-038295BD55D2}"/>
          </ac:graphicFrameMkLst>
        </pc:graphicFrameChg>
        <pc:picChg chg="mod">
          <ac:chgData name="Pereira Da Silva, Marco R" userId="e4503bc6-e440-45f5-99b6-0eddc26140a5" providerId="ADAL" clId="{EF573C6B-3248-4E81-8FFA-91A07934F8C1}" dt="2025-03-20T13:48:08.695" v="21476" actId="164"/>
          <ac:picMkLst>
            <pc:docMk/>
            <pc:sldMk cId="3971021137" sldId="265"/>
            <ac:picMk id="18" creationId="{CFD2077E-94C3-A371-F6B0-E23B3E8B9E66}"/>
          </ac:picMkLst>
        </pc:picChg>
      </pc:sldChg>
    </pc:docChg>
  </pc:docChgLst>
  <pc:docChgLst>
    <pc:chgData name="Pereira Da Silva, Marco R" userId="e4503bc6-e440-45f5-99b6-0eddc26140a5" providerId="ADAL" clId="{18323D4B-1319-49B7-891E-77F572620642}"/>
    <pc:docChg chg="modSld">
      <pc:chgData name="Pereira Da Silva, Marco R" userId="e4503bc6-e440-45f5-99b6-0eddc26140a5" providerId="ADAL" clId="{18323D4B-1319-49B7-891E-77F572620642}" dt="2025-03-20T09:46:30.254" v="9" actId="1038"/>
      <pc:docMkLst>
        <pc:docMk/>
      </pc:docMkLst>
      <pc:sldChg chg="modSp mod">
        <pc:chgData name="Pereira Da Silva, Marco R" userId="e4503bc6-e440-45f5-99b6-0eddc26140a5" providerId="ADAL" clId="{18323D4B-1319-49B7-891E-77F572620642}" dt="2025-03-20T09:46:30.254" v="9" actId="1038"/>
        <pc:sldMkLst>
          <pc:docMk/>
          <pc:sldMk cId="2799524147" sldId="259"/>
        </pc:sldMkLst>
        <pc:spChg chg="mod">
          <ac:chgData name="Pereira Da Silva, Marco R" userId="e4503bc6-e440-45f5-99b6-0eddc26140a5" providerId="ADAL" clId="{18323D4B-1319-49B7-891E-77F572620642}" dt="2025-03-20T09:46:30.254" v="9" actId="1038"/>
          <ac:spMkLst>
            <pc:docMk/>
            <pc:sldMk cId="2799524147" sldId="259"/>
            <ac:spMk id="7" creationId="{A1789392-88F5-BB4B-ABF1-4D946D21E48D}"/>
          </ac:spMkLst>
        </pc:spChg>
        <pc:spChg chg="mod">
          <ac:chgData name="Pereira Da Silva, Marco R" userId="e4503bc6-e440-45f5-99b6-0eddc26140a5" providerId="ADAL" clId="{18323D4B-1319-49B7-891E-77F572620642}" dt="2025-03-20T09:46:30.254" v="9" actId="1038"/>
          <ac:spMkLst>
            <pc:docMk/>
            <pc:sldMk cId="2799524147" sldId="259"/>
            <ac:spMk id="28" creationId="{D9D96457-9ED3-F00D-5E77-C90559BD4E19}"/>
          </ac:spMkLst>
        </pc:spChg>
        <pc:spChg chg="mod">
          <ac:chgData name="Pereira Da Silva, Marco R" userId="e4503bc6-e440-45f5-99b6-0eddc26140a5" providerId="ADAL" clId="{18323D4B-1319-49B7-891E-77F572620642}" dt="2025-03-20T09:46:30.254" v="9" actId="1038"/>
          <ac:spMkLst>
            <pc:docMk/>
            <pc:sldMk cId="2799524147" sldId="259"/>
            <ac:spMk id="30" creationId="{4955D375-4B7A-6F18-31B3-08EFB4D4C539}"/>
          </ac:spMkLst>
        </pc:spChg>
        <pc:spChg chg="mod">
          <ac:chgData name="Pereira Da Silva, Marco R" userId="e4503bc6-e440-45f5-99b6-0eddc26140a5" providerId="ADAL" clId="{18323D4B-1319-49B7-891E-77F572620642}" dt="2025-03-20T09:46:30.254" v="9" actId="1038"/>
          <ac:spMkLst>
            <pc:docMk/>
            <pc:sldMk cId="2799524147" sldId="259"/>
            <ac:spMk id="31" creationId="{A9AB8496-CED1-ED79-346E-26B77B871ACC}"/>
          </ac:spMkLst>
        </pc:spChg>
        <pc:spChg chg="mod">
          <ac:chgData name="Pereira Da Silva, Marco R" userId="e4503bc6-e440-45f5-99b6-0eddc26140a5" providerId="ADAL" clId="{18323D4B-1319-49B7-891E-77F572620642}" dt="2025-03-20T09:46:30.254" v="9" actId="1038"/>
          <ac:spMkLst>
            <pc:docMk/>
            <pc:sldMk cId="2799524147" sldId="259"/>
            <ac:spMk id="36" creationId="{034D57A5-C712-9C33-C40C-4BEE4A468D7D}"/>
          </ac:spMkLst>
        </pc:spChg>
        <pc:spChg chg="mod">
          <ac:chgData name="Pereira Da Silva, Marco R" userId="e4503bc6-e440-45f5-99b6-0eddc26140a5" providerId="ADAL" clId="{18323D4B-1319-49B7-891E-77F572620642}" dt="2025-03-20T09:46:30.254" v="9" actId="1038"/>
          <ac:spMkLst>
            <pc:docMk/>
            <pc:sldMk cId="2799524147" sldId="259"/>
            <ac:spMk id="37" creationId="{AF875F23-90DE-C5EB-1541-4DF2C8E4A7E7}"/>
          </ac:spMkLst>
        </pc:spChg>
        <pc:grpChg chg="mod">
          <ac:chgData name="Pereira Da Silva, Marco R" userId="e4503bc6-e440-45f5-99b6-0eddc26140a5" providerId="ADAL" clId="{18323D4B-1319-49B7-891E-77F572620642}" dt="2025-03-20T09:46:30.254" v="9" actId="1038"/>
          <ac:grpSpMkLst>
            <pc:docMk/>
            <pc:sldMk cId="2799524147" sldId="259"/>
            <ac:grpSpMk id="6" creationId="{7E4CE98C-65EE-1026-9A5E-6177CF5F1E24}"/>
          </ac:grpSpMkLst>
        </pc:grpChg>
        <pc:grpChg chg="mod">
          <ac:chgData name="Pereira Da Silva, Marco R" userId="e4503bc6-e440-45f5-99b6-0eddc26140a5" providerId="ADAL" clId="{18323D4B-1319-49B7-891E-77F572620642}" dt="2025-03-20T09:46:30.254" v="9" actId="1038"/>
          <ac:grpSpMkLst>
            <pc:docMk/>
            <pc:sldMk cId="2799524147" sldId="259"/>
            <ac:grpSpMk id="35" creationId="{FF67A958-CB17-C9AF-FF0C-9854B2AACB29}"/>
          </ac:grpSpMkLst>
        </pc:gr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09_ECB0F95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2.8562905556967458E-2"/>
          <c:y val="8.0360319879716438E-2"/>
          <c:w val="0.94287418888606511"/>
          <c:h val="0.80989821139305318"/>
        </c:manualLayout>
      </c:layout>
      <c:bar3DChart>
        <c:barDir val="bar"/>
        <c:grouping val="stacked"/>
        <c:varyColors val="0"/>
        <c:ser>
          <c:idx val="0"/>
          <c:order val="0"/>
          <c:tx>
            <c:strRef>
              <c:f>Sheet1!$B$1</c:f>
              <c:strCache>
                <c:ptCount val="1"/>
                <c:pt idx="0">
                  <c:v>5 years</c:v>
                </c:pt>
              </c:strCache>
            </c:strRef>
          </c:tx>
          <c:spPr>
            <a:solidFill>
              <a:srgbClr val="6B7665"/>
            </a:solidFill>
            <a:ln>
              <a:noFill/>
            </a:ln>
            <a:effectLst/>
            <a:sp3d/>
          </c:spPr>
          <c:invertIfNegative val="0"/>
          <c:dLbls>
            <c:dLbl>
              <c:idx val="0"/>
              <c:tx>
                <c:rich>
                  <a:bodyPr/>
                  <a:lstStyle/>
                  <a:p>
                    <a:r>
                      <a:rPr lang="en-US"/>
                      <a:t>10% - 15%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DF6F-4AE4-AD91-2DD16641965F}"/>
                </c:ext>
              </c:extLst>
            </c:dLbl>
            <c:dLbl>
              <c:idx val="1"/>
              <c:tx>
                <c:rich>
                  <a:bodyPr/>
                  <a:lstStyle/>
                  <a:p>
                    <a:r>
                      <a:rPr lang="en-US"/>
                      <a:t>10% - 15%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DF6F-4AE4-AD91-2DD16641965F}"/>
                </c:ext>
              </c:extLst>
            </c:dLbl>
            <c:dLbl>
              <c:idx val="2"/>
              <c:tx>
                <c:rich>
                  <a:bodyPr/>
                  <a:lstStyle/>
                  <a:p>
                    <a:r>
                      <a:rPr lang="en-US"/>
                      <a:t>20%</a:t>
                    </a:r>
                    <a:r>
                      <a:rPr lang="en-US" baseline="0"/>
                      <a:t> - 30%</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F6F-4AE4-AD91-2DD16641965F}"/>
                </c:ext>
              </c:extLst>
            </c:dLbl>
            <c:dLbl>
              <c:idx val="3"/>
              <c:tx>
                <c:rich>
                  <a:bodyPr/>
                  <a:lstStyle/>
                  <a:p>
                    <a:r>
                      <a:rPr lang="en-US"/>
                      <a:t>5%</a:t>
                    </a:r>
                    <a:r>
                      <a:rPr lang="en-US" baseline="0"/>
                      <a:t> - 10%</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F6F-4AE4-AD91-2DD16641965F}"/>
                </c:ext>
              </c:extLst>
            </c:dLbl>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Economic Growth and Job Creation</c:v>
                </c:pt>
                <c:pt idx="1">
                  <c:v>Traffic and Urban Planning Efficiency</c:v>
                </c:pt>
                <c:pt idx="2">
                  <c:v>Living Conditions Improvement</c:v>
                </c:pt>
                <c:pt idx="3">
                  <c:v>Slum Population Reduction</c:v>
                </c:pt>
              </c:strCache>
            </c:strRef>
          </c:cat>
          <c:val>
            <c:numRef>
              <c:f>Sheet1!$B$2:$B$5</c:f>
              <c:numCache>
                <c:formatCode>General</c:formatCode>
                <c:ptCount val="4"/>
                <c:pt idx="0">
                  <c:v>15</c:v>
                </c:pt>
                <c:pt idx="1">
                  <c:v>15</c:v>
                </c:pt>
                <c:pt idx="2">
                  <c:v>30</c:v>
                </c:pt>
                <c:pt idx="3">
                  <c:v>10</c:v>
                </c:pt>
              </c:numCache>
            </c:numRef>
          </c:val>
          <c:extLst>
            <c:ext xmlns:c16="http://schemas.microsoft.com/office/drawing/2014/chart" uri="{C3380CC4-5D6E-409C-BE32-E72D297353CC}">
              <c16:uniqueId val="{00000000-082B-4D33-A849-DDEDDA78C935}"/>
            </c:ext>
          </c:extLst>
        </c:ser>
        <c:ser>
          <c:idx val="1"/>
          <c:order val="1"/>
          <c:tx>
            <c:strRef>
              <c:f>Sheet1!$C$1</c:f>
              <c:strCache>
                <c:ptCount val="1"/>
                <c:pt idx="0">
                  <c:v>10 years</c:v>
                </c:pt>
              </c:strCache>
            </c:strRef>
          </c:tx>
          <c:spPr>
            <a:solidFill>
              <a:srgbClr val="3F6457"/>
            </a:solidFill>
            <a:ln>
              <a:noFill/>
            </a:ln>
            <a:effectLst/>
            <a:sp3d/>
          </c:spPr>
          <c:invertIfNegative val="0"/>
          <c:dLbls>
            <c:dLbl>
              <c:idx val="0"/>
              <c:tx>
                <c:rich>
                  <a:bodyPr/>
                  <a:lstStyle/>
                  <a:p>
                    <a:r>
                      <a:rPr lang="en-US"/>
                      <a:t>15%</a:t>
                    </a:r>
                    <a:r>
                      <a:rPr lang="en-US" baseline="0"/>
                      <a:t> - 30%</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F6F-4AE4-AD91-2DD16641965F}"/>
                </c:ext>
              </c:extLst>
            </c:dLbl>
            <c:dLbl>
              <c:idx val="1"/>
              <c:tx>
                <c:rich>
                  <a:bodyPr/>
                  <a:lstStyle/>
                  <a:p>
                    <a:r>
                      <a:rPr lang="en-US"/>
                      <a:t>20%</a:t>
                    </a:r>
                    <a:r>
                      <a:rPr lang="en-US" baseline="0"/>
                      <a:t> - 30%</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DF6F-4AE4-AD91-2DD16641965F}"/>
                </c:ext>
              </c:extLst>
            </c:dLbl>
            <c:dLbl>
              <c:idx val="2"/>
              <c:tx>
                <c:rich>
                  <a:bodyPr/>
                  <a:lstStyle/>
                  <a:p>
                    <a:r>
                      <a:rPr lang="en-US"/>
                      <a:t>50%</a:t>
                    </a:r>
                    <a:r>
                      <a:rPr lang="en-US" baseline="0"/>
                      <a:t> +</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DF6F-4AE4-AD91-2DD16641965F}"/>
                </c:ext>
              </c:extLst>
            </c:dLbl>
            <c:dLbl>
              <c:idx val="3"/>
              <c:tx>
                <c:rich>
                  <a:bodyPr/>
                  <a:lstStyle/>
                  <a:p>
                    <a:r>
                      <a:rPr lang="en-US"/>
                      <a:t>25%</a:t>
                    </a:r>
                    <a:r>
                      <a:rPr lang="en-US" baseline="0"/>
                      <a:t> – 40%</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F6F-4AE4-AD91-2DD16641965F}"/>
                </c:ext>
              </c:extLst>
            </c:dLbl>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Economic Growth and Job Creation</c:v>
                </c:pt>
                <c:pt idx="1">
                  <c:v>Traffic and Urban Planning Efficiency</c:v>
                </c:pt>
                <c:pt idx="2">
                  <c:v>Living Conditions Improvement</c:v>
                </c:pt>
                <c:pt idx="3">
                  <c:v>Slum Population Reduction</c:v>
                </c:pt>
              </c:strCache>
            </c:strRef>
          </c:cat>
          <c:val>
            <c:numRef>
              <c:f>Sheet1!$C$2:$C$5</c:f>
              <c:numCache>
                <c:formatCode>General</c:formatCode>
                <c:ptCount val="4"/>
                <c:pt idx="0">
                  <c:v>30</c:v>
                </c:pt>
                <c:pt idx="1">
                  <c:v>30</c:v>
                </c:pt>
                <c:pt idx="2">
                  <c:v>50</c:v>
                </c:pt>
                <c:pt idx="3">
                  <c:v>40</c:v>
                </c:pt>
              </c:numCache>
            </c:numRef>
          </c:val>
          <c:extLst>
            <c:ext xmlns:c16="http://schemas.microsoft.com/office/drawing/2014/chart" uri="{C3380CC4-5D6E-409C-BE32-E72D297353CC}">
              <c16:uniqueId val="{00000001-082B-4D33-A849-DDEDDA78C935}"/>
            </c:ext>
          </c:extLst>
        </c:ser>
        <c:dLbls>
          <c:showLegendKey val="0"/>
          <c:showVal val="1"/>
          <c:showCatName val="0"/>
          <c:showSerName val="0"/>
          <c:showPercent val="0"/>
          <c:showBubbleSize val="0"/>
        </c:dLbls>
        <c:gapWidth val="100"/>
        <c:gapDepth val="180"/>
        <c:shape val="box"/>
        <c:axId val="1135510623"/>
        <c:axId val="1135512543"/>
        <c:axId val="0"/>
      </c:bar3DChart>
      <c:catAx>
        <c:axId val="1135510623"/>
        <c:scaling>
          <c:orientation val="minMax"/>
        </c:scaling>
        <c:delete val="1"/>
        <c:axPos val="l"/>
        <c:majorGridlines>
          <c:spPr>
            <a:ln w="9525" cap="flat" cmpd="sng" algn="ctr">
              <a:solidFill>
                <a:schemeClr val="tx1"/>
              </a:solidFill>
              <a:round/>
            </a:ln>
            <a:effectLst/>
          </c:spPr>
        </c:majorGridlines>
        <c:numFmt formatCode="General" sourceLinked="1"/>
        <c:majorTickMark val="none"/>
        <c:minorTickMark val="none"/>
        <c:tickLblPos val="nextTo"/>
        <c:crossAx val="1135512543"/>
        <c:crosses val="autoZero"/>
        <c:auto val="1"/>
        <c:lblAlgn val="ctr"/>
        <c:lblOffset val="100"/>
        <c:noMultiLvlLbl val="0"/>
      </c:catAx>
      <c:valAx>
        <c:axId val="1135512543"/>
        <c:scaling>
          <c:orientation val="minMax"/>
        </c:scaling>
        <c:delete val="1"/>
        <c:axPos val="b"/>
        <c:numFmt formatCode="General" sourceLinked="1"/>
        <c:majorTickMark val="none"/>
        <c:minorTickMark val="none"/>
        <c:tickLblPos val="nextTo"/>
        <c:crossAx val="1135510623"/>
        <c:crosses val="autoZero"/>
        <c:crossBetween val="between"/>
      </c:valAx>
      <c:spPr>
        <a:noFill/>
        <a:ln>
          <a:noFill/>
        </a:ln>
        <a:effectLst/>
      </c:spPr>
    </c:plotArea>
    <c:legend>
      <c:legendPos val="t"/>
      <c:legendEntry>
        <c:idx val="1"/>
        <c:txPr>
          <a:bodyPr rot="0" spcFirstLastPara="1" vertOverflow="ellipsis" vert="horz" wrap="square" anchor="ctr" anchorCtr="1"/>
          <a:lstStyle/>
          <a:p>
            <a:pPr>
              <a:defRPr sz="1200" b="0" i="0" u="none" strike="noStrike" kern="1200" baseline="0">
                <a:solidFill>
                  <a:schemeClr val="tx1"/>
                </a:solidFill>
                <a:latin typeface="Calibri" panose="020F0502020204030204" pitchFamily="34" charset="0"/>
                <a:ea typeface="Calibri" panose="020F0502020204030204" pitchFamily="34" charset="0"/>
                <a:cs typeface="+mn-cs"/>
              </a:defRPr>
            </a:pPr>
            <a:endParaRPr lang="en-US"/>
          </a:p>
        </c:txPr>
      </c:legendEntry>
      <c:layout>
        <c:manualLayout>
          <c:xMode val="edge"/>
          <c:yMode val="edge"/>
          <c:x val="0.20864210883796003"/>
          <c:y val="3.9193381688296582E-3"/>
          <c:w val="0.31785954451877435"/>
          <c:h val="8.0360319879716438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0">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064" b="1"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D15BC93-FC1C-41F3-91FD-39CD6397B2BB}" type="datetimeFigureOut">
              <a:rPr lang="en-GB" smtClean="0"/>
              <a:t>24/03/2025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51C1F7-EEE9-4386-BF9F-C803F856F93B}" type="slidenum">
              <a:rPr lang="en-GB" smtClean="0"/>
              <a:t>‹#›</a:t>
            </a:fld>
            <a:endParaRPr lang="en-GB"/>
          </a:p>
        </p:txBody>
      </p:sp>
    </p:spTree>
    <p:extLst>
      <p:ext uri="{BB962C8B-B14F-4D97-AF65-F5344CB8AC3E}">
        <p14:creationId xmlns:p14="http://schemas.microsoft.com/office/powerpoint/2010/main" val="151713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D15BC93-FC1C-41F3-91FD-39CD6397B2BB}" type="datetimeFigureOut">
              <a:rPr lang="en-GB" smtClean="0"/>
              <a:t>24/03/2025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51C1F7-EEE9-4386-BF9F-C803F856F93B}" type="slidenum">
              <a:rPr lang="en-GB" smtClean="0"/>
              <a:t>‹#›</a:t>
            </a:fld>
            <a:endParaRPr lang="en-GB"/>
          </a:p>
        </p:txBody>
      </p:sp>
    </p:spTree>
    <p:extLst>
      <p:ext uri="{BB962C8B-B14F-4D97-AF65-F5344CB8AC3E}">
        <p14:creationId xmlns:p14="http://schemas.microsoft.com/office/powerpoint/2010/main" val="2657951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D15BC93-FC1C-41F3-91FD-39CD6397B2BB}" type="datetimeFigureOut">
              <a:rPr lang="en-GB" smtClean="0"/>
              <a:t>24/03/2025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51C1F7-EEE9-4386-BF9F-C803F856F93B}" type="slidenum">
              <a:rPr lang="en-GB" smtClean="0"/>
              <a:t>‹#›</a:t>
            </a:fld>
            <a:endParaRPr lang="en-GB"/>
          </a:p>
        </p:txBody>
      </p:sp>
    </p:spTree>
    <p:extLst>
      <p:ext uri="{BB962C8B-B14F-4D97-AF65-F5344CB8AC3E}">
        <p14:creationId xmlns:p14="http://schemas.microsoft.com/office/powerpoint/2010/main" val="1092010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D15BC93-FC1C-41F3-91FD-39CD6397B2BB}" type="datetimeFigureOut">
              <a:rPr lang="en-GB" smtClean="0"/>
              <a:t>24/03/2025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351C1F7-EEE9-4386-BF9F-C803F856F93B}" type="slidenum">
              <a:rPr lang="en-GB" smtClean="0"/>
              <a:t>‹#›</a:t>
            </a:fld>
            <a:endParaRPr lang="en-GB"/>
          </a:p>
        </p:txBody>
      </p:sp>
    </p:spTree>
    <p:extLst>
      <p:ext uri="{BB962C8B-B14F-4D97-AF65-F5344CB8AC3E}">
        <p14:creationId xmlns:p14="http://schemas.microsoft.com/office/powerpoint/2010/main" val="28531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D15BC93-FC1C-41F3-91FD-39CD6397B2BB}" type="datetimeFigureOut">
              <a:rPr lang="en-GB" smtClean="0"/>
              <a:t>24/03/2025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351C1F7-EEE9-4386-BF9F-C803F856F93B}" type="slidenum">
              <a:rPr lang="en-GB" smtClean="0"/>
              <a:t>‹#›</a:t>
            </a:fld>
            <a:endParaRPr lang="en-GB"/>
          </a:p>
        </p:txBody>
      </p:sp>
    </p:spTree>
    <p:extLst>
      <p:ext uri="{BB962C8B-B14F-4D97-AF65-F5344CB8AC3E}">
        <p14:creationId xmlns:p14="http://schemas.microsoft.com/office/powerpoint/2010/main" val="3483753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D15BC93-FC1C-41F3-91FD-39CD6397B2BB}" type="datetimeFigureOut">
              <a:rPr lang="en-GB" smtClean="0"/>
              <a:t>24/03/2025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351C1F7-EEE9-4386-BF9F-C803F856F93B}" type="slidenum">
              <a:rPr lang="en-GB" smtClean="0"/>
              <a:t>‹#›</a:t>
            </a:fld>
            <a:endParaRPr lang="en-GB"/>
          </a:p>
        </p:txBody>
      </p:sp>
    </p:spTree>
    <p:extLst>
      <p:ext uri="{BB962C8B-B14F-4D97-AF65-F5344CB8AC3E}">
        <p14:creationId xmlns:p14="http://schemas.microsoft.com/office/powerpoint/2010/main" val="1424857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15BC93-FC1C-41F3-91FD-39CD6397B2BB}" type="datetimeFigureOut">
              <a:rPr lang="en-GB" smtClean="0"/>
              <a:t>24/03/2025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351C1F7-EEE9-4386-BF9F-C803F856F93B}" type="slidenum">
              <a:rPr lang="en-GB" smtClean="0"/>
              <a:t>‹#›</a:t>
            </a:fld>
            <a:endParaRPr lang="en-GB"/>
          </a:p>
        </p:txBody>
      </p:sp>
    </p:spTree>
    <p:extLst>
      <p:ext uri="{BB962C8B-B14F-4D97-AF65-F5344CB8AC3E}">
        <p14:creationId xmlns:p14="http://schemas.microsoft.com/office/powerpoint/2010/main" val="68106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D15BC93-FC1C-41F3-91FD-39CD6397B2BB}" type="datetimeFigureOut">
              <a:rPr lang="en-GB" smtClean="0"/>
              <a:t>24/03/2025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351C1F7-EEE9-4386-BF9F-C803F856F93B}" type="slidenum">
              <a:rPr lang="en-GB" smtClean="0"/>
              <a:t>‹#›</a:t>
            </a:fld>
            <a:endParaRPr lang="en-GB"/>
          </a:p>
        </p:txBody>
      </p:sp>
    </p:spTree>
    <p:extLst>
      <p:ext uri="{BB962C8B-B14F-4D97-AF65-F5344CB8AC3E}">
        <p14:creationId xmlns:p14="http://schemas.microsoft.com/office/powerpoint/2010/main" val="3894979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D15BC93-FC1C-41F3-91FD-39CD6397B2BB}" type="datetimeFigureOut">
              <a:rPr lang="en-GB" smtClean="0"/>
              <a:t>24/03/2025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351C1F7-EEE9-4386-BF9F-C803F856F93B}" type="slidenum">
              <a:rPr lang="en-GB" smtClean="0"/>
              <a:t>‹#›</a:t>
            </a:fld>
            <a:endParaRPr lang="en-GB"/>
          </a:p>
        </p:txBody>
      </p:sp>
    </p:spTree>
    <p:extLst>
      <p:ext uri="{BB962C8B-B14F-4D97-AF65-F5344CB8AC3E}">
        <p14:creationId xmlns:p14="http://schemas.microsoft.com/office/powerpoint/2010/main" val="3408194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D15BC93-FC1C-41F3-91FD-39CD6397B2BB}" type="datetimeFigureOut">
              <a:rPr lang="en-GB" smtClean="0"/>
              <a:t>24/03/2025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51C1F7-EEE9-4386-BF9F-C803F856F93B}" type="slidenum">
              <a:rPr lang="en-GB" smtClean="0"/>
              <a:t>‹#›</a:t>
            </a:fld>
            <a:endParaRPr lang="en-GB"/>
          </a:p>
        </p:txBody>
      </p:sp>
    </p:spTree>
    <p:extLst>
      <p:ext uri="{BB962C8B-B14F-4D97-AF65-F5344CB8AC3E}">
        <p14:creationId xmlns:p14="http://schemas.microsoft.com/office/powerpoint/2010/main" val="1176377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D15BC93-FC1C-41F3-91FD-39CD6397B2BB}" type="datetimeFigureOut">
              <a:rPr lang="en-GB" smtClean="0"/>
              <a:t>24/03/2025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51C1F7-EEE9-4386-BF9F-C803F856F93B}" type="slidenum">
              <a:rPr lang="en-GB" smtClean="0"/>
              <a:t>‹#›</a:t>
            </a:fld>
            <a:endParaRPr lang="en-GB"/>
          </a:p>
        </p:txBody>
      </p:sp>
    </p:spTree>
    <p:extLst>
      <p:ext uri="{BB962C8B-B14F-4D97-AF65-F5344CB8AC3E}">
        <p14:creationId xmlns:p14="http://schemas.microsoft.com/office/powerpoint/2010/main" val="2965002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15BC93-FC1C-41F3-91FD-39CD6397B2BB}" type="datetimeFigureOut">
              <a:rPr lang="en-GB" smtClean="0"/>
              <a:t>24/03/2025</a:t>
            </a:fld>
            <a:endParaRPr lang="en-GB"/>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51C1F7-EEE9-4386-BF9F-C803F856F93B}" type="slidenum">
              <a:rPr lang="en-GB" smtClean="0"/>
              <a:t>‹#›</a:t>
            </a:fld>
            <a:endParaRPr lang="en-GB"/>
          </a:p>
        </p:txBody>
      </p:sp>
    </p:spTree>
    <p:extLst>
      <p:ext uri="{BB962C8B-B14F-4D97-AF65-F5344CB8AC3E}">
        <p14:creationId xmlns:p14="http://schemas.microsoft.com/office/powerpoint/2010/main" val="2559199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svg"/><Relationship Id="rId7" Type="http://schemas.openxmlformats.org/officeDocument/2006/relationships/image" Target="../media/image19.svg"/><Relationship Id="rId12" Type="http://schemas.openxmlformats.org/officeDocument/2006/relationships/image" Target="../media/image24.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svg"/><Relationship Id="rId10" Type="http://schemas.openxmlformats.org/officeDocument/2006/relationships/image" Target="../media/image22.sv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svg"/></Relationships>
</file>

<file path=ppt/slides/_rels/slide7.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image" Target="../media/image3.jpe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30.sv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svg"/><Relationship Id="rId18" Type="http://schemas.openxmlformats.org/officeDocument/2006/relationships/image" Target="../media/image47.png"/><Relationship Id="rId3" Type="http://schemas.openxmlformats.org/officeDocument/2006/relationships/image" Target="../media/image32.svg"/><Relationship Id="rId7" Type="http://schemas.openxmlformats.org/officeDocument/2006/relationships/image" Target="../media/image36.svg"/><Relationship Id="rId12" Type="http://schemas.openxmlformats.org/officeDocument/2006/relationships/image" Target="../media/image41.png"/><Relationship Id="rId17" Type="http://schemas.openxmlformats.org/officeDocument/2006/relationships/image" Target="../media/image46.svg"/><Relationship Id="rId2" Type="http://schemas.openxmlformats.org/officeDocument/2006/relationships/image" Target="../media/image31.png"/><Relationship Id="rId16"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40.svg"/><Relationship Id="rId5" Type="http://schemas.openxmlformats.org/officeDocument/2006/relationships/image" Target="../media/image34.svg"/><Relationship Id="rId15" Type="http://schemas.openxmlformats.org/officeDocument/2006/relationships/image" Target="../media/image44.svg"/><Relationship Id="rId10" Type="http://schemas.openxmlformats.org/officeDocument/2006/relationships/image" Target="../media/image39.png"/><Relationship Id="rId19" Type="http://schemas.openxmlformats.org/officeDocument/2006/relationships/image" Target="../media/image48.svg"/><Relationship Id="rId4" Type="http://schemas.openxmlformats.org/officeDocument/2006/relationships/image" Target="../media/image33.png"/><Relationship Id="rId9" Type="http://schemas.openxmlformats.org/officeDocument/2006/relationships/image" Target="../media/image38.svg"/><Relationship Id="rId14" Type="http://schemas.openxmlformats.org/officeDocument/2006/relationships/image" Target="../media/image4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343A"/>
        </a:solidFill>
        <a:effectLst/>
      </p:bgPr>
    </p:bg>
    <p:spTree>
      <p:nvGrpSpPr>
        <p:cNvPr id="1" name=""/>
        <p:cNvGrpSpPr/>
        <p:nvPr/>
      </p:nvGrpSpPr>
      <p:grpSpPr>
        <a:xfrm>
          <a:off x="0" y="0"/>
          <a:ext cx="0" cy="0"/>
          <a:chOff x="0" y="0"/>
          <a:chExt cx="0" cy="0"/>
        </a:xfrm>
      </p:grpSpPr>
      <p:pic>
        <p:nvPicPr>
          <p:cNvPr id="43" name="Picture 42" descr="An aerial view of a city&#10;&#10;AI-generated content may be incorrect.">
            <a:extLst>
              <a:ext uri="{FF2B5EF4-FFF2-40B4-BE49-F238E27FC236}">
                <a16:creationId xmlns:a16="http://schemas.microsoft.com/office/drawing/2014/main" id="{D4799E74-54DD-15F2-694F-CE73FC08AE94}"/>
              </a:ext>
            </a:extLst>
          </p:cNvPr>
          <p:cNvPicPr>
            <a:picLocks noChangeAspect="1"/>
          </p:cNvPicPr>
          <p:nvPr/>
        </p:nvPicPr>
        <p:blipFill>
          <a:blip r:embed="rId2">
            <a:extLst>
              <a:ext uri="{28A0092B-C50C-407E-A947-70E740481C1C}">
                <a14:useLocalDpi xmlns:a14="http://schemas.microsoft.com/office/drawing/2010/main" val="0"/>
              </a:ext>
            </a:extLst>
          </a:blip>
          <a:srcRect l="19029" t="100000" r="54645" b="-3731"/>
          <a:stretch>
            <a:fillRect/>
          </a:stretch>
        </p:blipFill>
        <p:spPr>
          <a:xfrm>
            <a:off x="4248426" y="6858000"/>
            <a:ext cx="2412328" cy="255892"/>
          </a:xfrm>
          <a:custGeom>
            <a:avLst/>
            <a:gdLst>
              <a:gd name="connsiteX0" fmla="*/ 56444 w 2412328"/>
              <a:gd name="connsiteY0" fmla="*/ 0 h 255892"/>
              <a:gd name="connsiteX1" fmla="*/ 2412328 w 2412328"/>
              <a:gd name="connsiteY1" fmla="*/ 0 h 255892"/>
              <a:gd name="connsiteX2" fmla="*/ 2355884 w 2412328"/>
              <a:gd name="connsiteY2" fmla="*/ 255892 h 255892"/>
              <a:gd name="connsiteX3" fmla="*/ 0 w 2412328"/>
              <a:gd name="connsiteY3" fmla="*/ 255892 h 255892"/>
              <a:gd name="connsiteX4" fmla="*/ 56444 w 2412328"/>
              <a:gd name="connsiteY4" fmla="*/ 0 h 255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2328" h="255892">
                <a:moveTo>
                  <a:pt x="56444" y="0"/>
                </a:moveTo>
                <a:lnTo>
                  <a:pt x="2412328" y="0"/>
                </a:lnTo>
                <a:lnTo>
                  <a:pt x="2355884" y="255892"/>
                </a:lnTo>
                <a:lnTo>
                  <a:pt x="0" y="255892"/>
                </a:lnTo>
                <a:lnTo>
                  <a:pt x="56444" y="0"/>
                </a:lnTo>
                <a:close/>
              </a:path>
            </a:pathLst>
          </a:custGeom>
        </p:spPr>
      </p:pic>
      <p:sp>
        <p:nvSpPr>
          <p:cNvPr id="58" name="TextBox 57">
            <a:extLst>
              <a:ext uri="{FF2B5EF4-FFF2-40B4-BE49-F238E27FC236}">
                <a16:creationId xmlns:a16="http://schemas.microsoft.com/office/drawing/2014/main" id="{1EBD16D5-BD35-6C24-77EA-73AE755D3B3D}"/>
              </a:ext>
            </a:extLst>
          </p:cNvPr>
          <p:cNvSpPr txBox="1"/>
          <p:nvPr/>
        </p:nvSpPr>
        <p:spPr>
          <a:xfrm>
            <a:off x="320805" y="306152"/>
            <a:ext cx="5295356" cy="954107"/>
          </a:xfrm>
          <a:prstGeom prst="rect">
            <a:avLst/>
          </a:prstGeom>
          <a:noFill/>
        </p:spPr>
        <p:txBody>
          <a:bodyPr wrap="square" rtlCol="0">
            <a:spAutoFit/>
          </a:bodyPr>
          <a:lstStyle/>
          <a:p>
            <a:r>
              <a:rPr lang="en-GB" sz="2800" b="1">
                <a:solidFill>
                  <a:schemeClr val="bg1"/>
                </a:solidFill>
                <a:latin typeface="+mj-lt"/>
              </a:rPr>
              <a:t>Smart Housing Allocation App for Slum Reduction in Dhaka</a:t>
            </a:r>
          </a:p>
        </p:txBody>
      </p:sp>
      <p:sp>
        <p:nvSpPr>
          <p:cNvPr id="59" name="TextBox 58">
            <a:extLst>
              <a:ext uri="{FF2B5EF4-FFF2-40B4-BE49-F238E27FC236}">
                <a16:creationId xmlns:a16="http://schemas.microsoft.com/office/drawing/2014/main" id="{A274FA9D-1BA4-BCF8-3FF4-9CEE5208C54F}"/>
              </a:ext>
            </a:extLst>
          </p:cNvPr>
          <p:cNvSpPr txBox="1"/>
          <p:nvPr/>
        </p:nvSpPr>
        <p:spPr>
          <a:xfrm>
            <a:off x="320805" y="1864263"/>
            <a:ext cx="4419600" cy="830997"/>
          </a:xfrm>
          <a:prstGeom prst="rect">
            <a:avLst/>
          </a:prstGeom>
          <a:noFill/>
        </p:spPr>
        <p:txBody>
          <a:bodyPr wrap="square" rtlCol="0">
            <a:spAutoFit/>
          </a:bodyPr>
          <a:lstStyle/>
          <a:p>
            <a:r>
              <a:rPr lang="en-GB" sz="2400">
                <a:solidFill>
                  <a:schemeClr val="bg1"/>
                </a:solidFill>
              </a:rPr>
              <a:t>A Data-Driven Solution for Sustainable Urban Development</a:t>
            </a:r>
          </a:p>
        </p:txBody>
      </p:sp>
      <p:sp>
        <p:nvSpPr>
          <p:cNvPr id="60" name="TextBox 59">
            <a:extLst>
              <a:ext uri="{FF2B5EF4-FFF2-40B4-BE49-F238E27FC236}">
                <a16:creationId xmlns:a16="http://schemas.microsoft.com/office/drawing/2014/main" id="{8D619E62-6A9A-6CB3-2390-796F292CB672}"/>
              </a:ext>
            </a:extLst>
          </p:cNvPr>
          <p:cNvSpPr txBox="1"/>
          <p:nvPr/>
        </p:nvSpPr>
        <p:spPr>
          <a:xfrm>
            <a:off x="313039" y="3128525"/>
            <a:ext cx="4419600" cy="2739211"/>
          </a:xfrm>
          <a:prstGeom prst="rect">
            <a:avLst/>
          </a:prstGeom>
          <a:noFill/>
        </p:spPr>
        <p:txBody>
          <a:bodyPr wrap="square" rtlCol="0">
            <a:spAutoFit/>
          </a:bodyPr>
          <a:lstStyle/>
          <a:p>
            <a:r>
              <a:rPr lang="en-GB" sz="2400">
                <a:solidFill>
                  <a:schemeClr val="bg1"/>
                </a:solidFill>
              </a:rPr>
              <a:t>Professional Environments 1 </a:t>
            </a:r>
          </a:p>
          <a:p>
            <a:endParaRPr lang="en-GB" sz="2400">
              <a:solidFill>
                <a:schemeClr val="bg1"/>
              </a:solidFill>
            </a:endParaRPr>
          </a:p>
          <a:p>
            <a:r>
              <a:rPr lang="en-GB" sz="2400">
                <a:solidFill>
                  <a:schemeClr val="bg1"/>
                </a:solidFill>
              </a:rPr>
              <a:t>Group A18</a:t>
            </a:r>
          </a:p>
          <a:p>
            <a:pPr marL="285750" indent="-285750">
              <a:buFontTx/>
              <a:buChar char="-"/>
            </a:pPr>
            <a:r>
              <a:rPr lang="en-GB" sz="2000">
                <a:solidFill>
                  <a:schemeClr val="bg1"/>
                </a:solidFill>
              </a:rPr>
              <a:t>Abdul Hadi</a:t>
            </a:r>
          </a:p>
          <a:p>
            <a:pPr marL="285750" indent="-285750">
              <a:buFontTx/>
              <a:buChar char="-"/>
            </a:pPr>
            <a:r>
              <a:rPr lang="en-GB" sz="2000">
                <a:solidFill>
                  <a:schemeClr val="bg1"/>
                </a:solidFill>
              </a:rPr>
              <a:t>Gursimran Thumber</a:t>
            </a:r>
          </a:p>
          <a:p>
            <a:pPr marL="285750" indent="-285750">
              <a:buFontTx/>
              <a:buChar char="-"/>
            </a:pPr>
            <a:r>
              <a:rPr lang="en-GB" sz="2000">
                <a:solidFill>
                  <a:schemeClr val="bg1"/>
                </a:solidFill>
                <a:effectLst/>
                <a:ea typeface="Calibri" panose="020F0502020204030204" pitchFamily="34" charset="0"/>
                <a:cs typeface="Times New Roman" panose="02020603050405020304" pitchFamily="18" charset="0"/>
              </a:rPr>
              <a:t>Hemanth </a:t>
            </a:r>
            <a:r>
              <a:rPr lang="en-GB" sz="2000" err="1">
                <a:solidFill>
                  <a:schemeClr val="bg1"/>
                </a:solidFill>
                <a:effectLst/>
                <a:ea typeface="Calibri" panose="020F0502020204030204" pitchFamily="34" charset="0"/>
                <a:cs typeface="Times New Roman" panose="02020603050405020304" pitchFamily="18" charset="0"/>
              </a:rPr>
              <a:t>Jonnalagada</a:t>
            </a:r>
            <a:endParaRPr lang="en-GB" sz="2000">
              <a:solidFill>
                <a:schemeClr val="bg1"/>
              </a:solidFill>
              <a:effectLst/>
              <a:ea typeface="Calibri" panose="020F0502020204030204" pitchFamily="34" charset="0"/>
              <a:cs typeface="Times New Roman" panose="02020603050405020304" pitchFamily="18" charset="0"/>
            </a:endParaRPr>
          </a:p>
          <a:p>
            <a:pPr marL="285750" indent="-285750">
              <a:buFontTx/>
              <a:buChar char="-"/>
            </a:pPr>
            <a:r>
              <a:rPr lang="en-GB" sz="2000">
                <a:solidFill>
                  <a:schemeClr val="bg1"/>
                </a:solidFill>
                <a:ea typeface="Calibri" panose="020F0502020204030204" pitchFamily="34" charset="0"/>
                <a:cs typeface="Times New Roman" panose="02020603050405020304" pitchFamily="18" charset="0"/>
              </a:rPr>
              <a:t>Marco Pereira da Silva</a:t>
            </a:r>
          </a:p>
          <a:p>
            <a:pPr marL="285750" indent="-285750">
              <a:buFontTx/>
              <a:buChar char="-"/>
            </a:pPr>
            <a:r>
              <a:rPr lang="en-GB" sz="2000">
                <a:solidFill>
                  <a:schemeClr val="bg1"/>
                </a:solidFill>
                <a:effectLst/>
                <a:ea typeface="Calibri" panose="020F0502020204030204" pitchFamily="34" charset="0"/>
                <a:cs typeface="Times New Roman" panose="02020603050405020304" pitchFamily="18" charset="0"/>
              </a:rPr>
              <a:t>Yousef Al-Mansoor</a:t>
            </a:r>
            <a:endParaRPr lang="en-GB" sz="2000">
              <a:solidFill>
                <a:schemeClr val="bg1"/>
              </a:solidFill>
            </a:endParaRPr>
          </a:p>
        </p:txBody>
      </p:sp>
      <p:pic>
        <p:nvPicPr>
          <p:cNvPr id="13" name="Picture 12" descr="An aerial view of a city&#10;&#10;AI-generated content may be incorrect.">
            <a:extLst>
              <a:ext uri="{FF2B5EF4-FFF2-40B4-BE49-F238E27FC236}">
                <a16:creationId xmlns:a16="http://schemas.microsoft.com/office/drawing/2014/main" id="{803AEE41-27FD-0E4D-1234-10A7DF57BF84}"/>
              </a:ext>
            </a:extLst>
          </p:cNvPr>
          <p:cNvPicPr>
            <a:picLocks noChangeAspect="1"/>
          </p:cNvPicPr>
          <p:nvPr/>
        </p:nvPicPr>
        <p:blipFill>
          <a:blip r:embed="rId2">
            <a:extLst>
              <a:ext uri="{28A0092B-C50C-407E-A947-70E740481C1C}">
                <a14:useLocalDpi xmlns:a14="http://schemas.microsoft.com/office/drawing/2010/main" val="0"/>
              </a:ext>
            </a:extLst>
          </a:blip>
          <a:srcRect l="51600" b="110"/>
          <a:stretch>
            <a:fillRect/>
          </a:stretch>
        </p:blipFill>
        <p:spPr>
          <a:xfrm>
            <a:off x="7757050" y="-3782"/>
            <a:ext cx="4434951" cy="6850433"/>
          </a:xfrm>
          <a:custGeom>
            <a:avLst/>
            <a:gdLst>
              <a:gd name="connsiteX0" fmla="*/ 1568899 w 4434951"/>
              <a:gd name="connsiteY0" fmla="*/ 0 h 6850433"/>
              <a:gd name="connsiteX1" fmla="*/ 4434951 w 4434951"/>
              <a:gd name="connsiteY1" fmla="*/ 0 h 6850433"/>
              <a:gd name="connsiteX2" fmla="*/ 4434951 w 4434951"/>
              <a:gd name="connsiteY2" fmla="*/ 6850433 h 6850433"/>
              <a:gd name="connsiteX3" fmla="*/ 0 w 4434951"/>
              <a:gd name="connsiteY3" fmla="*/ 6850433 h 6850433"/>
              <a:gd name="connsiteX4" fmla="*/ 1568899 w 4434951"/>
              <a:gd name="connsiteY4" fmla="*/ 0 h 6850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4951" h="6850433">
                <a:moveTo>
                  <a:pt x="1568899" y="0"/>
                </a:moveTo>
                <a:lnTo>
                  <a:pt x="4434951" y="0"/>
                </a:lnTo>
                <a:lnTo>
                  <a:pt x="4434951" y="6850433"/>
                </a:lnTo>
                <a:lnTo>
                  <a:pt x="0" y="6850433"/>
                </a:lnTo>
                <a:lnTo>
                  <a:pt x="1568899" y="0"/>
                </a:lnTo>
                <a:close/>
              </a:path>
            </a:pathLst>
          </a:custGeom>
        </p:spPr>
      </p:pic>
      <p:pic>
        <p:nvPicPr>
          <p:cNvPr id="12" name="Picture 11" descr="An aerial view of a city&#10;&#10;AI-generated content may be incorrect.">
            <a:extLst>
              <a:ext uri="{FF2B5EF4-FFF2-40B4-BE49-F238E27FC236}">
                <a16:creationId xmlns:a16="http://schemas.microsoft.com/office/drawing/2014/main" id="{F0FE20D6-C1F9-00B7-7237-EB33527DA867}"/>
              </a:ext>
            </a:extLst>
          </p:cNvPr>
          <p:cNvPicPr>
            <a:picLocks noChangeAspect="1"/>
          </p:cNvPicPr>
          <p:nvPr/>
        </p:nvPicPr>
        <p:blipFill>
          <a:blip r:embed="rId2">
            <a:extLst>
              <a:ext uri="{28A0092B-C50C-407E-A947-70E740481C1C}">
                <a14:useLocalDpi xmlns:a14="http://schemas.microsoft.com/office/drawing/2010/main" val="0"/>
              </a:ext>
            </a:extLst>
          </a:blip>
          <a:srcRect l="14442" t="6310" r="60226"/>
          <a:stretch>
            <a:fillRect/>
          </a:stretch>
        </p:blipFill>
        <p:spPr>
          <a:xfrm>
            <a:off x="4352282" y="428933"/>
            <a:ext cx="2321173" cy="6425285"/>
          </a:xfrm>
          <a:custGeom>
            <a:avLst/>
            <a:gdLst>
              <a:gd name="connsiteX0" fmla="*/ 1462805 w 2321173"/>
              <a:gd name="connsiteY0" fmla="*/ 0 h 6425285"/>
              <a:gd name="connsiteX1" fmla="*/ 2321173 w 2321173"/>
              <a:gd name="connsiteY1" fmla="*/ 0 h 6425285"/>
              <a:gd name="connsiteX2" fmla="*/ 858368 w 2321173"/>
              <a:gd name="connsiteY2" fmla="*/ 6425285 h 6425285"/>
              <a:gd name="connsiteX3" fmla="*/ 0 w 2321173"/>
              <a:gd name="connsiteY3" fmla="*/ 6425285 h 6425285"/>
              <a:gd name="connsiteX4" fmla="*/ 1462805 w 2321173"/>
              <a:gd name="connsiteY4" fmla="*/ 0 h 6425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1173" h="6425285">
                <a:moveTo>
                  <a:pt x="1462805" y="0"/>
                </a:moveTo>
                <a:lnTo>
                  <a:pt x="2321173" y="0"/>
                </a:lnTo>
                <a:lnTo>
                  <a:pt x="858368" y="6425285"/>
                </a:lnTo>
                <a:lnTo>
                  <a:pt x="0" y="6425285"/>
                </a:lnTo>
                <a:lnTo>
                  <a:pt x="1462805" y="0"/>
                </a:lnTo>
                <a:close/>
              </a:path>
            </a:pathLst>
          </a:custGeom>
        </p:spPr>
      </p:pic>
      <p:pic>
        <p:nvPicPr>
          <p:cNvPr id="11" name="Picture 10" descr="An aerial view of a city&#10;&#10;AI-generated content may be incorrect.">
            <a:extLst>
              <a:ext uri="{FF2B5EF4-FFF2-40B4-BE49-F238E27FC236}">
                <a16:creationId xmlns:a16="http://schemas.microsoft.com/office/drawing/2014/main" id="{DA7CD5BA-77A6-7BCB-1BE3-2FA85557250D}"/>
              </a:ext>
            </a:extLst>
          </p:cNvPr>
          <p:cNvPicPr>
            <a:picLocks noChangeAspect="1"/>
          </p:cNvPicPr>
          <p:nvPr/>
        </p:nvPicPr>
        <p:blipFill>
          <a:blip r:embed="rId2">
            <a:extLst>
              <a:ext uri="{28A0092B-C50C-407E-A947-70E740481C1C}">
                <a14:useLocalDpi xmlns:a14="http://schemas.microsoft.com/office/drawing/2010/main" val="0"/>
              </a:ext>
            </a:extLst>
          </a:blip>
          <a:srcRect l="26592" t="9808" r="35879"/>
          <a:stretch>
            <a:fillRect/>
          </a:stretch>
        </p:blipFill>
        <p:spPr>
          <a:xfrm>
            <a:off x="5465547" y="668841"/>
            <a:ext cx="3438822" cy="6185376"/>
          </a:xfrm>
          <a:custGeom>
            <a:avLst/>
            <a:gdLst>
              <a:gd name="connsiteX0" fmla="*/ 1404344 w 3438822"/>
              <a:gd name="connsiteY0" fmla="*/ 0 h 6185376"/>
              <a:gd name="connsiteX1" fmla="*/ 3438822 w 3438822"/>
              <a:gd name="connsiteY1" fmla="*/ 0 h 6185376"/>
              <a:gd name="connsiteX2" fmla="*/ 2034478 w 3438822"/>
              <a:gd name="connsiteY2" fmla="*/ 6185376 h 6185376"/>
              <a:gd name="connsiteX3" fmla="*/ 0 w 3438822"/>
              <a:gd name="connsiteY3" fmla="*/ 6185376 h 6185376"/>
              <a:gd name="connsiteX4" fmla="*/ 1404344 w 3438822"/>
              <a:gd name="connsiteY4" fmla="*/ 0 h 6185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8822" h="6185376">
                <a:moveTo>
                  <a:pt x="1404344" y="0"/>
                </a:moveTo>
                <a:lnTo>
                  <a:pt x="3438822" y="0"/>
                </a:lnTo>
                <a:lnTo>
                  <a:pt x="2034478" y="6185376"/>
                </a:lnTo>
                <a:lnTo>
                  <a:pt x="0" y="6185376"/>
                </a:lnTo>
                <a:lnTo>
                  <a:pt x="1404344" y="0"/>
                </a:lnTo>
                <a:close/>
              </a:path>
            </a:pathLst>
          </a:custGeom>
        </p:spPr>
      </p:pic>
      <p:pic>
        <p:nvPicPr>
          <p:cNvPr id="10" name="Picture 9" descr="An aerial view of a city&#10;&#10;AI-generated content may be incorrect.">
            <a:extLst>
              <a:ext uri="{FF2B5EF4-FFF2-40B4-BE49-F238E27FC236}">
                <a16:creationId xmlns:a16="http://schemas.microsoft.com/office/drawing/2014/main" id="{045E7384-AE2A-2B61-105B-E1D17052BA6E}"/>
              </a:ext>
            </a:extLst>
          </p:cNvPr>
          <p:cNvPicPr>
            <a:picLocks noChangeAspect="1"/>
          </p:cNvPicPr>
          <p:nvPr/>
        </p:nvPicPr>
        <p:blipFill>
          <a:blip r:embed="rId2">
            <a:extLst>
              <a:ext uri="{28A0092B-C50C-407E-A947-70E740481C1C}">
                <a14:useLocalDpi xmlns:a14="http://schemas.microsoft.com/office/drawing/2010/main" val="0"/>
              </a:ext>
            </a:extLst>
          </a:blip>
          <a:srcRect l="68722" t="-55" r="-17467" b="110"/>
          <a:stretch>
            <a:fillRect/>
          </a:stretch>
        </p:blipFill>
        <p:spPr>
          <a:xfrm>
            <a:off x="9325948" y="-7566"/>
            <a:ext cx="4466568" cy="6854216"/>
          </a:xfrm>
          <a:custGeom>
            <a:avLst/>
            <a:gdLst>
              <a:gd name="connsiteX0" fmla="*/ 866 w 4466568"/>
              <a:gd name="connsiteY0" fmla="*/ 0 h 6854216"/>
              <a:gd name="connsiteX1" fmla="*/ 4466568 w 4466568"/>
              <a:gd name="connsiteY1" fmla="*/ 0 h 6854216"/>
              <a:gd name="connsiteX2" fmla="*/ 2896803 w 4466568"/>
              <a:gd name="connsiteY2" fmla="*/ 6854216 h 6854216"/>
              <a:gd name="connsiteX3" fmla="*/ 2866052 w 4466568"/>
              <a:gd name="connsiteY3" fmla="*/ 6854216 h 6854216"/>
              <a:gd name="connsiteX4" fmla="*/ 2866052 w 4466568"/>
              <a:gd name="connsiteY4" fmla="*/ 3783 h 6854216"/>
              <a:gd name="connsiteX5" fmla="*/ 0 w 4466568"/>
              <a:gd name="connsiteY5" fmla="*/ 3783 h 6854216"/>
              <a:gd name="connsiteX6" fmla="*/ 866 w 4466568"/>
              <a:gd name="connsiteY6" fmla="*/ 0 h 6854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66568" h="6854216">
                <a:moveTo>
                  <a:pt x="866" y="0"/>
                </a:moveTo>
                <a:lnTo>
                  <a:pt x="4466568" y="0"/>
                </a:lnTo>
                <a:lnTo>
                  <a:pt x="2896803" y="6854216"/>
                </a:lnTo>
                <a:lnTo>
                  <a:pt x="2866052" y="6854216"/>
                </a:lnTo>
                <a:lnTo>
                  <a:pt x="2866052" y="3783"/>
                </a:lnTo>
                <a:lnTo>
                  <a:pt x="0" y="3783"/>
                </a:lnTo>
                <a:lnTo>
                  <a:pt x="866" y="0"/>
                </a:lnTo>
                <a:close/>
              </a:path>
            </a:pathLst>
          </a:custGeom>
        </p:spPr>
      </p:pic>
      <p:pic>
        <p:nvPicPr>
          <p:cNvPr id="8" name="Picture 7" descr="An aerial view of a city&#10;&#10;AI-generated content may be incorrect.">
            <a:extLst>
              <a:ext uri="{FF2B5EF4-FFF2-40B4-BE49-F238E27FC236}">
                <a16:creationId xmlns:a16="http://schemas.microsoft.com/office/drawing/2014/main" id="{7DFB3FC9-3929-0401-08CD-8FEE97416409}"/>
              </a:ext>
            </a:extLst>
          </p:cNvPr>
          <p:cNvPicPr>
            <a:picLocks noChangeAspect="1"/>
          </p:cNvPicPr>
          <p:nvPr/>
        </p:nvPicPr>
        <p:blipFill>
          <a:blip r:embed="rId2">
            <a:extLst>
              <a:ext uri="{28A0092B-C50C-407E-A947-70E740481C1C}">
                <a14:useLocalDpi xmlns:a14="http://schemas.microsoft.com/office/drawing/2010/main" val="0"/>
              </a:ext>
            </a:extLst>
          </a:blip>
          <a:srcRect l="13377" t="100000" r="76190" b="-6254"/>
          <a:stretch>
            <a:fillRect/>
          </a:stretch>
        </p:blipFill>
        <p:spPr>
          <a:xfrm>
            <a:off x="4254629" y="6854218"/>
            <a:ext cx="956020" cy="428931"/>
          </a:xfrm>
          <a:custGeom>
            <a:avLst/>
            <a:gdLst>
              <a:gd name="connsiteX0" fmla="*/ 97652 w 956020"/>
              <a:gd name="connsiteY0" fmla="*/ 0 h 428931"/>
              <a:gd name="connsiteX1" fmla="*/ 956020 w 956020"/>
              <a:gd name="connsiteY1" fmla="*/ 0 h 428931"/>
              <a:gd name="connsiteX2" fmla="*/ 858368 w 956020"/>
              <a:gd name="connsiteY2" fmla="*/ 428931 h 428931"/>
              <a:gd name="connsiteX3" fmla="*/ 0 w 956020"/>
              <a:gd name="connsiteY3" fmla="*/ 428931 h 428931"/>
              <a:gd name="connsiteX4" fmla="*/ 97652 w 956020"/>
              <a:gd name="connsiteY4" fmla="*/ 0 h 428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20" h="428931">
                <a:moveTo>
                  <a:pt x="97652" y="0"/>
                </a:moveTo>
                <a:lnTo>
                  <a:pt x="956020" y="0"/>
                </a:lnTo>
                <a:lnTo>
                  <a:pt x="858368" y="428931"/>
                </a:lnTo>
                <a:lnTo>
                  <a:pt x="0" y="428931"/>
                </a:lnTo>
                <a:lnTo>
                  <a:pt x="97652" y="0"/>
                </a:lnTo>
                <a:close/>
              </a:path>
            </a:pathLst>
          </a:custGeom>
        </p:spPr>
      </p:pic>
      <p:pic>
        <p:nvPicPr>
          <p:cNvPr id="7" name="Picture 6" descr="An aerial view of a city&#10;&#10;AI-generated content may be incorrect.">
            <a:extLst>
              <a:ext uri="{FF2B5EF4-FFF2-40B4-BE49-F238E27FC236}">
                <a16:creationId xmlns:a16="http://schemas.microsoft.com/office/drawing/2014/main" id="{E201A911-C528-17EA-B4D2-395B81BF2CB9}"/>
              </a:ext>
            </a:extLst>
          </p:cNvPr>
          <p:cNvPicPr>
            <a:picLocks noChangeAspect="1"/>
          </p:cNvPicPr>
          <p:nvPr/>
        </p:nvPicPr>
        <p:blipFill>
          <a:blip r:embed="rId2">
            <a:extLst>
              <a:ext uri="{28A0092B-C50C-407E-A947-70E740481C1C}">
                <a14:useLocalDpi xmlns:a14="http://schemas.microsoft.com/office/drawing/2010/main" val="0"/>
              </a:ext>
            </a:extLst>
          </a:blip>
          <a:srcRect l="24935" t="100000" r="51205" b="-9753"/>
          <a:stretch>
            <a:fillRect/>
          </a:stretch>
        </p:blipFill>
        <p:spPr>
          <a:xfrm>
            <a:off x="5313693" y="6854217"/>
            <a:ext cx="2186333" cy="668840"/>
          </a:xfrm>
          <a:custGeom>
            <a:avLst/>
            <a:gdLst>
              <a:gd name="connsiteX0" fmla="*/ 151855 w 2186333"/>
              <a:gd name="connsiteY0" fmla="*/ 0 h 668840"/>
              <a:gd name="connsiteX1" fmla="*/ 2186333 w 2186333"/>
              <a:gd name="connsiteY1" fmla="*/ 0 h 668840"/>
              <a:gd name="connsiteX2" fmla="*/ 2034478 w 2186333"/>
              <a:gd name="connsiteY2" fmla="*/ 668840 h 668840"/>
              <a:gd name="connsiteX3" fmla="*/ 0 w 2186333"/>
              <a:gd name="connsiteY3" fmla="*/ 668840 h 668840"/>
              <a:gd name="connsiteX4" fmla="*/ 151855 w 2186333"/>
              <a:gd name="connsiteY4" fmla="*/ 0 h 668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33" h="668840">
                <a:moveTo>
                  <a:pt x="151855" y="0"/>
                </a:moveTo>
                <a:lnTo>
                  <a:pt x="2186333" y="0"/>
                </a:lnTo>
                <a:lnTo>
                  <a:pt x="2034478" y="668840"/>
                </a:lnTo>
                <a:lnTo>
                  <a:pt x="0" y="668840"/>
                </a:lnTo>
                <a:lnTo>
                  <a:pt x="151855" y="0"/>
                </a:lnTo>
                <a:close/>
              </a:path>
            </a:pathLst>
          </a:custGeom>
        </p:spPr>
      </p:pic>
      <p:sp>
        <p:nvSpPr>
          <p:cNvPr id="18" name="Free-form: Shape 17">
            <a:extLst>
              <a:ext uri="{FF2B5EF4-FFF2-40B4-BE49-F238E27FC236}">
                <a16:creationId xmlns:a16="http://schemas.microsoft.com/office/drawing/2014/main" id="{20FDC365-45EF-4785-4516-013909E0E4AA}"/>
              </a:ext>
            </a:extLst>
          </p:cNvPr>
          <p:cNvSpPr/>
          <p:nvPr/>
        </p:nvSpPr>
        <p:spPr>
          <a:xfrm>
            <a:off x="7738337" y="-11348"/>
            <a:ext cx="1627247" cy="6869348"/>
          </a:xfrm>
          <a:custGeom>
            <a:avLst/>
            <a:gdLst>
              <a:gd name="connsiteX0" fmla="*/ 1578293 w 1627247"/>
              <a:gd name="connsiteY0" fmla="*/ 0 h 6869348"/>
              <a:gd name="connsiteX1" fmla="*/ 1627247 w 1627247"/>
              <a:gd name="connsiteY1" fmla="*/ 0 h 6869348"/>
              <a:gd name="connsiteX2" fmla="*/ 653406 w 1627247"/>
              <a:gd name="connsiteY2" fmla="*/ 4231532 h 6869348"/>
              <a:gd name="connsiteX3" fmla="*/ 980932 w 1627247"/>
              <a:gd name="connsiteY3" fmla="*/ 4231532 h 6869348"/>
              <a:gd name="connsiteX4" fmla="*/ 373643 w 1627247"/>
              <a:gd name="connsiteY4" fmla="*/ 6869348 h 6869348"/>
              <a:gd name="connsiteX5" fmla="*/ 17164 w 1627247"/>
              <a:gd name="connsiteY5" fmla="*/ 6869348 h 6869348"/>
              <a:gd name="connsiteX6" fmla="*/ 19777 w 1627247"/>
              <a:gd name="connsiteY6" fmla="*/ 6857998 h 6869348"/>
              <a:gd name="connsiteX7" fmla="*/ 0 w 1627247"/>
              <a:gd name="connsiteY7" fmla="*/ 6857998 h 686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7247" h="6869348">
                <a:moveTo>
                  <a:pt x="1578293" y="0"/>
                </a:moveTo>
                <a:lnTo>
                  <a:pt x="1627247" y="0"/>
                </a:lnTo>
                <a:lnTo>
                  <a:pt x="653406" y="4231532"/>
                </a:lnTo>
                <a:lnTo>
                  <a:pt x="980932" y="4231532"/>
                </a:lnTo>
                <a:lnTo>
                  <a:pt x="373643" y="6869348"/>
                </a:lnTo>
                <a:lnTo>
                  <a:pt x="17164" y="6869348"/>
                </a:lnTo>
                <a:lnTo>
                  <a:pt x="19777" y="6857998"/>
                </a:lnTo>
                <a:lnTo>
                  <a:pt x="0" y="6857998"/>
                </a:lnTo>
                <a:close/>
              </a:path>
            </a:pathLst>
          </a:custGeom>
          <a:solidFill>
            <a:srgbClr val="5C5C54"/>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20" name="Free-form: Shape 19">
            <a:extLst>
              <a:ext uri="{FF2B5EF4-FFF2-40B4-BE49-F238E27FC236}">
                <a16:creationId xmlns:a16="http://schemas.microsoft.com/office/drawing/2014/main" id="{963A1A29-B66D-25B0-27AE-5C2CD277007D}"/>
              </a:ext>
            </a:extLst>
          </p:cNvPr>
          <p:cNvSpPr/>
          <p:nvPr/>
        </p:nvSpPr>
        <p:spPr>
          <a:xfrm>
            <a:off x="5465546" y="0"/>
            <a:ext cx="1583137" cy="6846650"/>
          </a:xfrm>
          <a:custGeom>
            <a:avLst/>
            <a:gdLst>
              <a:gd name="connsiteX0" fmla="*/ 1540759 w 1583137"/>
              <a:gd name="connsiteY0" fmla="*/ 0 h 6846650"/>
              <a:gd name="connsiteX1" fmla="*/ 1583137 w 1583137"/>
              <a:gd name="connsiteY1" fmla="*/ 0 h 6846650"/>
              <a:gd name="connsiteX2" fmla="*/ 42378 w 1583137"/>
              <a:gd name="connsiteY2" fmla="*/ 6846650 h 6846650"/>
              <a:gd name="connsiteX3" fmla="*/ 0 w 1583137"/>
              <a:gd name="connsiteY3" fmla="*/ 6846650 h 6846650"/>
            </a:gdLst>
            <a:ahLst/>
            <a:cxnLst>
              <a:cxn ang="0">
                <a:pos x="connsiteX0" y="connsiteY0"/>
              </a:cxn>
              <a:cxn ang="0">
                <a:pos x="connsiteX1" y="connsiteY1"/>
              </a:cxn>
              <a:cxn ang="0">
                <a:pos x="connsiteX2" y="connsiteY2"/>
              </a:cxn>
              <a:cxn ang="0">
                <a:pos x="connsiteX3" y="connsiteY3"/>
              </a:cxn>
            </a:cxnLst>
            <a:rect l="l" t="t" r="r" b="b"/>
            <a:pathLst>
              <a:path w="1583137" h="6846650">
                <a:moveTo>
                  <a:pt x="1540759" y="0"/>
                </a:moveTo>
                <a:lnTo>
                  <a:pt x="1583137" y="0"/>
                </a:lnTo>
                <a:lnTo>
                  <a:pt x="42378" y="6846650"/>
                </a:lnTo>
                <a:lnTo>
                  <a:pt x="0" y="6846650"/>
                </a:lnTo>
                <a:close/>
              </a:path>
            </a:pathLst>
          </a:custGeom>
          <a:solidFill>
            <a:srgbClr val="928F86"/>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22" name="Free-form: Shape 21">
            <a:extLst>
              <a:ext uri="{FF2B5EF4-FFF2-40B4-BE49-F238E27FC236}">
                <a16:creationId xmlns:a16="http://schemas.microsoft.com/office/drawing/2014/main" id="{C93B2CE2-A6B1-835A-6A9C-FDB7C0053B3B}"/>
              </a:ext>
            </a:extLst>
          </p:cNvPr>
          <p:cNvSpPr/>
          <p:nvPr/>
        </p:nvSpPr>
        <p:spPr>
          <a:xfrm>
            <a:off x="5564459" y="-11348"/>
            <a:ext cx="1196425" cy="5263572"/>
          </a:xfrm>
          <a:custGeom>
            <a:avLst/>
            <a:gdLst>
              <a:gd name="connsiteX0" fmla="*/ 1164328 w 1196425"/>
              <a:gd name="connsiteY0" fmla="*/ 0 h 5263572"/>
              <a:gd name="connsiteX1" fmla="*/ 1196425 w 1196425"/>
              <a:gd name="connsiteY1" fmla="*/ 0 h 5263572"/>
              <a:gd name="connsiteX2" fmla="*/ 32097 w 1196425"/>
              <a:gd name="connsiteY2" fmla="*/ 5263572 h 5263572"/>
              <a:gd name="connsiteX3" fmla="*/ 0 w 1196425"/>
              <a:gd name="connsiteY3" fmla="*/ 5263572 h 5263572"/>
            </a:gdLst>
            <a:ahLst/>
            <a:cxnLst>
              <a:cxn ang="0">
                <a:pos x="connsiteX0" y="connsiteY0"/>
              </a:cxn>
              <a:cxn ang="0">
                <a:pos x="connsiteX1" y="connsiteY1"/>
              </a:cxn>
              <a:cxn ang="0">
                <a:pos x="connsiteX2" y="connsiteY2"/>
              </a:cxn>
              <a:cxn ang="0">
                <a:pos x="connsiteX3" y="connsiteY3"/>
              </a:cxn>
            </a:cxnLst>
            <a:rect l="l" t="t" r="r" b="b"/>
            <a:pathLst>
              <a:path w="1196425" h="5263572">
                <a:moveTo>
                  <a:pt x="1164328" y="0"/>
                </a:moveTo>
                <a:lnTo>
                  <a:pt x="1196425" y="0"/>
                </a:lnTo>
                <a:lnTo>
                  <a:pt x="32097" y="5263572"/>
                </a:lnTo>
                <a:lnTo>
                  <a:pt x="0" y="5263572"/>
                </a:lnTo>
                <a:close/>
              </a:path>
            </a:pathLst>
          </a:custGeom>
          <a:solidFill>
            <a:srgbClr val="928F86"/>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464CE45F-A9AB-7962-FD39-AA2DC5AA6E57}"/>
              </a:ext>
            </a:extLst>
          </p:cNvPr>
          <p:cNvSpPr/>
          <p:nvPr/>
        </p:nvSpPr>
        <p:spPr>
          <a:xfrm>
            <a:off x="4348832" y="959402"/>
            <a:ext cx="1367235" cy="5887249"/>
          </a:xfrm>
          <a:custGeom>
            <a:avLst/>
            <a:gdLst>
              <a:gd name="connsiteX0" fmla="*/ 1324857 w 1367235"/>
              <a:gd name="connsiteY0" fmla="*/ 0 h 5887249"/>
              <a:gd name="connsiteX1" fmla="*/ 1367235 w 1367235"/>
              <a:gd name="connsiteY1" fmla="*/ 0 h 5887249"/>
              <a:gd name="connsiteX2" fmla="*/ 42378 w 1367235"/>
              <a:gd name="connsiteY2" fmla="*/ 5887249 h 5887249"/>
              <a:gd name="connsiteX3" fmla="*/ 0 w 1367235"/>
              <a:gd name="connsiteY3" fmla="*/ 5887249 h 5887249"/>
            </a:gdLst>
            <a:ahLst/>
            <a:cxnLst>
              <a:cxn ang="0">
                <a:pos x="connsiteX0" y="connsiteY0"/>
              </a:cxn>
              <a:cxn ang="0">
                <a:pos x="connsiteX1" y="connsiteY1"/>
              </a:cxn>
              <a:cxn ang="0">
                <a:pos x="connsiteX2" y="connsiteY2"/>
              </a:cxn>
              <a:cxn ang="0">
                <a:pos x="connsiteX3" y="connsiteY3"/>
              </a:cxn>
            </a:cxnLst>
            <a:rect l="l" t="t" r="r" b="b"/>
            <a:pathLst>
              <a:path w="1367235" h="5887249">
                <a:moveTo>
                  <a:pt x="1324857" y="0"/>
                </a:moveTo>
                <a:lnTo>
                  <a:pt x="1367235" y="0"/>
                </a:lnTo>
                <a:lnTo>
                  <a:pt x="42378" y="5887249"/>
                </a:lnTo>
                <a:lnTo>
                  <a:pt x="0" y="5887249"/>
                </a:lnTo>
                <a:close/>
              </a:path>
            </a:pathLst>
          </a:custGeom>
          <a:solidFill>
            <a:srgbClr val="928F86"/>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28" name="Free-form: Shape 27">
            <a:extLst>
              <a:ext uri="{FF2B5EF4-FFF2-40B4-BE49-F238E27FC236}">
                <a16:creationId xmlns:a16="http://schemas.microsoft.com/office/drawing/2014/main" id="{5B2F04DE-9A2D-77A3-6A87-E77654CC9908}"/>
              </a:ext>
            </a:extLst>
          </p:cNvPr>
          <p:cNvSpPr/>
          <p:nvPr/>
        </p:nvSpPr>
        <p:spPr>
          <a:xfrm>
            <a:off x="4192126" y="1925066"/>
            <a:ext cx="1120775" cy="4921584"/>
          </a:xfrm>
          <a:custGeom>
            <a:avLst/>
            <a:gdLst>
              <a:gd name="connsiteX0" fmla="*/ 1088678 w 1120775"/>
              <a:gd name="connsiteY0" fmla="*/ 0 h 4921584"/>
              <a:gd name="connsiteX1" fmla="*/ 1120775 w 1120775"/>
              <a:gd name="connsiteY1" fmla="*/ 0 h 4921584"/>
              <a:gd name="connsiteX2" fmla="*/ 32097 w 1120775"/>
              <a:gd name="connsiteY2" fmla="*/ 4921584 h 4921584"/>
              <a:gd name="connsiteX3" fmla="*/ 0 w 1120775"/>
              <a:gd name="connsiteY3" fmla="*/ 4921584 h 4921584"/>
            </a:gdLst>
            <a:ahLst/>
            <a:cxnLst>
              <a:cxn ang="0">
                <a:pos x="connsiteX0" y="connsiteY0"/>
              </a:cxn>
              <a:cxn ang="0">
                <a:pos x="connsiteX1" y="connsiteY1"/>
              </a:cxn>
              <a:cxn ang="0">
                <a:pos x="connsiteX2" y="connsiteY2"/>
              </a:cxn>
              <a:cxn ang="0">
                <a:pos x="connsiteX3" y="connsiteY3"/>
              </a:cxn>
            </a:cxnLst>
            <a:rect l="l" t="t" r="r" b="b"/>
            <a:pathLst>
              <a:path w="1120775" h="4921584">
                <a:moveTo>
                  <a:pt x="1088678" y="0"/>
                </a:moveTo>
                <a:lnTo>
                  <a:pt x="1120775" y="0"/>
                </a:lnTo>
                <a:lnTo>
                  <a:pt x="32097" y="4921584"/>
                </a:lnTo>
                <a:lnTo>
                  <a:pt x="0" y="4921584"/>
                </a:lnTo>
                <a:close/>
              </a:path>
            </a:pathLst>
          </a:custGeom>
          <a:solidFill>
            <a:srgbClr val="928F86"/>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29" name="Free-form: Shape 28">
            <a:extLst>
              <a:ext uri="{FF2B5EF4-FFF2-40B4-BE49-F238E27FC236}">
                <a16:creationId xmlns:a16="http://schemas.microsoft.com/office/drawing/2014/main" id="{EDF48202-3BEA-007F-1A0A-57CA00D472EA}"/>
              </a:ext>
            </a:extLst>
          </p:cNvPr>
          <p:cNvSpPr/>
          <p:nvPr/>
        </p:nvSpPr>
        <p:spPr>
          <a:xfrm>
            <a:off x="7487920" y="11349"/>
            <a:ext cx="1578140" cy="6821252"/>
          </a:xfrm>
          <a:custGeom>
            <a:avLst/>
            <a:gdLst>
              <a:gd name="connsiteX0" fmla="*/ 1164328 w 1196425"/>
              <a:gd name="connsiteY0" fmla="*/ 0 h 5263572"/>
              <a:gd name="connsiteX1" fmla="*/ 1196425 w 1196425"/>
              <a:gd name="connsiteY1" fmla="*/ 0 h 5263572"/>
              <a:gd name="connsiteX2" fmla="*/ 32097 w 1196425"/>
              <a:gd name="connsiteY2" fmla="*/ 5263572 h 5263572"/>
              <a:gd name="connsiteX3" fmla="*/ 0 w 1196425"/>
              <a:gd name="connsiteY3" fmla="*/ 5263572 h 5263572"/>
            </a:gdLst>
            <a:ahLst/>
            <a:cxnLst>
              <a:cxn ang="0">
                <a:pos x="connsiteX0" y="connsiteY0"/>
              </a:cxn>
              <a:cxn ang="0">
                <a:pos x="connsiteX1" y="connsiteY1"/>
              </a:cxn>
              <a:cxn ang="0">
                <a:pos x="connsiteX2" y="connsiteY2"/>
              </a:cxn>
              <a:cxn ang="0">
                <a:pos x="connsiteX3" y="connsiteY3"/>
              </a:cxn>
            </a:cxnLst>
            <a:rect l="l" t="t" r="r" b="b"/>
            <a:pathLst>
              <a:path w="1196425" h="5263572">
                <a:moveTo>
                  <a:pt x="1164328" y="0"/>
                </a:moveTo>
                <a:lnTo>
                  <a:pt x="1196425" y="0"/>
                </a:lnTo>
                <a:lnTo>
                  <a:pt x="32097" y="5263572"/>
                </a:lnTo>
                <a:lnTo>
                  <a:pt x="0" y="5263572"/>
                </a:lnTo>
                <a:close/>
              </a:path>
            </a:pathLst>
          </a:custGeom>
          <a:solidFill>
            <a:srgbClr val="5C5C54"/>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pic>
        <p:nvPicPr>
          <p:cNvPr id="2" name="Picture 1" descr="A city with many buildings&#10;&#10;AI-generated content may be incorrect.">
            <a:extLst>
              <a:ext uri="{FF2B5EF4-FFF2-40B4-BE49-F238E27FC236}">
                <a16:creationId xmlns:a16="http://schemas.microsoft.com/office/drawing/2014/main" id="{BF8E4AC7-75C5-284A-A2A6-4EE71713C7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9800" y="-3660488"/>
            <a:ext cx="6858000" cy="2603500"/>
          </a:xfrm>
          <a:prstGeom prst="rect">
            <a:avLst/>
          </a:prstGeom>
        </p:spPr>
      </p:pic>
      <p:pic>
        <p:nvPicPr>
          <p:cNvPr id="3" name="Picture 2" descr="A city with many buildings&#10;&#10;AI-generated content may be incorrect.">
            <a:extLst>
              <a:ext uri="{FF2B5EF4-FFF2-40B4-BE49-F238E27FC236}">
                <a16:creationId xmlns:a16="http://schemas.microsoft.com/office/drawing/2014/main" id="{E54AA40F-C911-7D4D-D046-2F5B3C097A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3723" y="-3492760"/>
            <a:ext cx="6858000" cy="2405705"/>
          </a:xfrm>
          <a:prstGeom prst="rect">
            <a:avLst/>
          </a:prstGeom>
        </p:spPr>
      </p:pic>
    </p:spTree>
    <p:extLst>
      <p:ext uri="{BB962C8B-B14F-4D97-AF65-F5344CB8AC3E}">
        <p14:creationId xmlns:p14="http://schemas.microsoft.com/office/powerpoint/2010/main" val="970112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6343A"/>
        </a:solidFill>
        <a:effectLst/>
      </p:bgPr>
    </p:bg>
    <p:spTree>
      <p:nvGrpSpPr>
        <p:cNvPr id="1" name=""/>
        <p:cNvGrpSpPr/>
        <p:nvPr/>
      </p:nvGrpSpPr>
      <p:grpSpPr>
        <a:xfrm>
          <a:off x="0" y="0"/>
          <a:ext cx="0" cy="0"/>
          <a:chOff x="0" y="0"/>
          <a:chExt cx="0" cy="0"/>
        </a:xfrm>
      </p:grpSpPr>
      <p:sp>
        <p:nvSpPr>
          <p:cNvPr id="20" name="Partial Circle 19">
            <a:extLst>
              <a:ext uri="{FF2B5EF4-FFF2-40B4-BE49-F238E27FC236}">
                <a16:creationId xmlns:a16="http://schemas.microsoft.com/office/drawing/2014/main" id="{1763C6F1-5C30-3556-0011-2EAF34D5F3D5}"/>
              </a:ext>
            </a:extLst>
          </p:cNvPr>
          <p:cNvSpPr/>
          <p:nvPr/>
        </p:nvSpPr>
        <p:spPr>
          <a:xfrm rot="5400000">
            <a:off x="4045638" y="4219702"/>
            <a:ext cx="4084084" cy="4416976"/>
          </a:xfrm>
          <a:prstGeom prst="pie">
            <a:avLst>
              <a:gd name="adj1" fmla="val 5386326"/>
              <a:gd name="adj2" fmla="val 16200000"/>
            </a:avLst>
          </a:prstGeom>
          <a:solidFill>
            <a:srgbClr val="747B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chemeClr val="tx1"/>
              </a:solidFill>
            </a:endParaRPr>
          </a:p>
        </p:txBody>
      </p:sp>
      <p:sp>
        <p:nvSpPr>
          <p:cNvPr id="2" name="TextBox 1">
            <a:extLst>
              <a:ext uri="{FF2B5EF4-FFF2-40B4-BE49-F238E27FC236}">
                <a16:creationId xmlns:a16="http://schemas.microsoft.com/office/drawing/2014/main" id="{8EE743C6-5E24-8F59-E6FE-FF88B481C88B}"/>
              </a:ext>
            </a:extLst>
          </p:cNvPr>
          <p:cNvSpPr txBox="1"/>
          <p:nvPr/>
        </p:nvSpPr>
        <p:spPr>
          <a:xfrm>
            <a:off x="320805" y="306152"/>
            <a:ext cx="5295356" cy="954107"/>
          </a:xfrm>
          <a:prstGeom prst="rect">
            <a:avLst/>
          </a:prstGeom>
          <a:noFill/>
        </p:spPr>
        <p:txBody>
          <a:bodyPr wrap="square" rtlCol="0">
            <a:spAutoFit/>
          </a:bodyPr>
          <a:lstStyle/>
          <a:p>
            <a:r>
              <a:rPr lang="en-GB" sz="2800" b="1">
                <a:solidFill>
                  <a:schemeClr val="bg1"/>
                </a:solidFill>
                <a:latin typeface="+mj-lt"/>
              </a:rPr>
              <a:t>The Growing Slum Population Crisis in the City of Dhaka</a:t>
            </a:r>
          </a:p>
        </p:txBody>
      </p:sp>
      <p:grpSp>
        <p:nvGrpSpPr>
          <p:cNvPr id="15" name="Group 14">
            <a:extLst>
              <a:ext uri="{FF2B5EF4-FFF2-40B4-BE49-F238E27FC236}">
                <a16:creationId xmlns:a16="http://schemas.microsoft.com/office/drawing/2014/main" id="{351F876E-70BA-4C68-DBA0-62E28158220F}"/>
              </a:ext>
            </a:extLst>
          </p:cNvPr>
          <p:cNvGrpSpPr/>
          <p:nvPr/>
        </p:nvGrpSpPr>
        <p:grpSpPr>
          <a:xfrm>
            <a:off x="390801" y="3956653"/>
            <a:ext cx="3625126" cy="2522318"/>
            <a:chOff x="488775" y="3956653"/>
            <a:chExt cx="3625126" cy="2522318"/>
          </a:xfrm>
        </p:grpSpPr>
        <p:sp>
          <p:nvSpPr>
            <p:cNvPr id="10" name="Free-form: Shape 9">
              <a:extLst>
                <a:ext uri="{FF2B5EF4-FFF2-40B4-BE49-F238E27FC236}">
                  <a16:creationId xmlns:a16="http://schemas.microsoft.com/office/drawing/2014/main" id="{F65B4D8A-A94C-35CD-CE84-D7EE807C4DA7}"/>
                </a:ext>
              </a:extLst>
            </p:cNvPr>
            <p:cNvSpPr/>
            <p:nvPr/>
          </p:nvSpPr>
          <p:spPr>
            <a:xfrm>
              <a:off x="488775" y="3956653"/>
              <a:ext cx="3625126" cy="2522318"/>
            </a:xfrm>
            <a:custGeom>
              <a:avLst/>
              <a:gdLst>
                <a:gd name="connsiteX0" fmla="*/ 829879 w 3625126"/>
                <a:gd name="connsiteY0" fmla="*/ 0 h 2522318"/>
                <a:gd name="connsiteX1" fmla="*/ 3566192 w 3625126"/>
                <a:gd name="connsiteY1" fmla="*/ 1275963 h 2522318"/>
                <a:gd name="connsiteX2" fmla="*/ 3502284 w 3625126"/>
                <a:gd name="connsiteY2" fmla="*/ 1364902 h 2522318"/>
                <a:gd name="connsiteX3" fmla="*/ 3390148 w 3625126"/>
                <a:gd name="connsiteY3" fmla="*/ 1560739 h 2522318"/>
                <a:gd name="connsiteX4" fmla="*/ 3514339 w 3625126"/>
                <a:gd name="connsiteY4" fmla="*/ 1605773 h 2522318"/>
                <a:gd name="connsiteX5" fmla="*/ 3625126 w 3625126"/>
                <a:gd name="connsiteY5" fmla="*/ 1300258 h 2522318"/>
                <a:gd name="connsiteX6" fmla="*/ 3604827 w 3625126"/>
                <a:gd name="connsiteY6" fmla="*/ 1984274 h 2522318"/>
                <a:gd name="connsiteX7" fmla="*/ 3181979 w 3625126"/>
                <a:gd name="connsiteY7" fmla="*/ 2522318 h 2522318"/>
                <a:gd name="connsiteX8" fmla="*/ 3292766 w 3625126"/>
                <a:gd name="connsiteY8" fmla="*/ 2216803 h 2522318"/>
                <a:gd name="connsiteX9" fmla="*/ 3170242 w 3625126"/>
                <a:gd name="connsiteY9" fmla="*/ 2172373 h 2522318"/>
                <a:gd name="connsiteX10" fmla="*/ 3131070 w 3625126"/>
                <a:gd name="connsiteY10" fmla="*/ 2407975 h 2522318"/>
                <a:gd name="connsiteX11" fmla="*/ 3127937 w 3625126"/>
                <a:gd name="connsiteY11" fmla="*/ 2468195 h 2522318"/>
                <a:gd name="connsiteX12" fmla="*/ 0 w 3625126"/>
                <a:gd name="connsiteY12" fmla="*/ 2468195 h 2522318"/>
                <a:gd name="connsiteX13" fmla="*/ 7084 w 3625126"/>
                <a:gd name="connsiteY13" fmla="*/ 2331999 h 2522318"/>
                <a:gd name="connsiteX14" fmla="*/ 715376 w 3625126"/>
                <a:gd name="connsiteY14" fmla="*/ 184836 h 2522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25126" h="2522318">
                  <a:moveTo>
                    <a:pt x="829879" y="0"/>
                  </a:moveTo>
                  <a:lnTo>
                    <a:pt x="3566192" y="1275963"/>
                  </a:lnTo>
                  <a:lnTo>
                    <a:pt x="3502284" y="1364902"/>
                  </a:lnTo>
                  <a:lnTo>
                    <a:pt x="3390148" y="1560739"/>
                  </a:lnTo>
                  <a:lnTo>
                    <a:pt x="3514339" y="1605773"/>
                  </a:lnTo>
                  <a:lnTo>
                    <a:pt x="3625126" y="1300258"/>
                  </a:lnTo>
                  <a:lnTo>
                    <a:pt x="3604827" y="1984274"/>
                  </a:lnTo>
                  <a:lnTo>
                    <a:pt x="3181979" y="2522318"/>
                  </a:lnTo>
                  <a:lnTo>
                    <a:pt x="3292766" y="2216803"/>
                  </a:lnTo>
                  <a:lnTo>
                    <a:pt x="3170242" y="2172373"/>
                  </a:lnTo>
                  <a:lnTo>
                    <a:pt x="3131070" y="2407975"/>
                  </a:lnTo>
                  <a:lnTo>
                    <a:pt x="3127937" y="2468195"/>
                  </a:lnTo>
                  <a:lnTo>
                    <a:pt x="0" y="2468195"/>
                  </a:lnTo>
                  <a:lnTo>
                    <a:pt x="7084" y="2331999"/>
                  </a:lnTo>
                  <a:cubicBezTo>
                    <a:pt x="88161" y="1556941"/>
                    <a:pt x="336061" y="829761"/>
                    <a:pt x="715376" y="184836"/>
                  </a:cubicBezTo>
                  <a:close/>
                </a:path>
              </a:pathLst>
            </a:custGeom>
            <a:solidFill>
              <a:srgbClr val="6B7665"/>
            </a:solidFill>
            <a:ln>
              <a:noFill/>
            </a:ln>
          </p:spPr>
          <p:style>
            <a:lnRef idx="1">
              <a:schemeClr val="accent1"/>
            </a:lnRef>
            <a:fillRef idx="3">
              <a:schemeClr val="accent1"/>
            </a:fillRef>
            <a:effectRef idx="2">
              <a:schemeClr val="accent1"/>
            </a:effectRef>
            <a:fontRef idx="minor">
              <a:schemeClr val="lt1"/>
            </a:fontRef>
          </p:style>
          <p:txBody>
            <a:bodyPr wrap="square" rtlCol="0" anchor="b">
              <a:noAutofit/>
            </a:bodyPr>
            <a:lstStyle/>
            <a:p>
              <a:pPr algn="ctr"/>
              <a:endParaRPr lang="en-GB"/>
            </a:p>
          </p:txBody>
        </p:sp>
        <p:sp>
          <p:nvSpPr>
            <p:cNvPr id="149" name="TextBox 148">
              <a:extLst>
                <a:ext uri="{FF2B5EF4-FFF2-40B4-BE49-F238E27FC236}">
                  <a16:creationId xmlns:a16="http://schemas.microsoft.com/office/drawing/2014/main" id="{61E9AF44-AD97-D2AE-AEB1-1BA655CF0996}"/>
                </a:ext>
              </a:extLst>
            </p:cNvPr>
            <p:cNvSpPr txBox="1"/>
            <p:nvPr/>
          </p:nvSpPr>
          <p:spPr>
            <a:xfrm>
              <a:off x="590374" y="4508500"/>
              <a:ext cx="3118026" cy="175432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600" b="1"/>
                <a:t>       </a:t>
              </a:r>
              <a:r>
                <a:rPr kumimoji="0" lang="en-GB" sz="1600" b="1" i="0" u="none" strike="noStrike" kern="1200" cap="none" spc="0" normalizeH="0" baseline="0" noProof="0">
                  <a:ln>
                    <a:noFill/>
                  </a:ln>
                  <a:solidFill>
                    <a:prstClr val="white"/>
                  </a:solidFill>
                  <a:effectLst/>
                  <a:uLnTx/>
                  <a:uFillTx/>
                  <a:latin typeface="Calibri"/>
                  <a:ea typeface="+mn-ea"/>
                  <a:cs typeface="+mn-cs"/>
                </a:rPr>
                <a:t> </a:t>
              </a:r>
              <a:r>
                <a:rPr kumimoji="0" lang="en-GB" sz="1400" b="1" i="0" u="none" strike="noStrike" kern="1200" cap="none" spc="0" normalizeH="0" baseline="0" noProof="0">
                  <a:ln>
                    <a:noFill/>
                  </a:ln>
                  <a:solidFill>
                    <a:prstClr val="white"/>
                  </a:solidFill>
                  <a:effectLst/>
                  <a:uLnTx/>
                  <a:uFillTx/>
                  <a:latin typeface="Calibri"/>
                  <a:ea typeface="+mn-ea"/>
                  <a:cs typeface="+mn-cs"/>
                </a:rPr>
                <a:t>INADEQUATE URBAN</a:t>
              </a:r>
            </a:p>
            <a:p>
              <a:pPr marL="0" marR="0" lvl="0" indent="0" algn="l" defTabSz="457200" rtl="0" eaLnBrk="1" fontAlgn="auto" latinLnBrk="0" hangingPunct="1">
                <a:lnSpc>
                  <a:spcPct val="100000"/>
                </a:lnSpc>
                <a:spcBef>
                  <a:spcPts val="0"/>
                </a:spcBef>
                <a:spcAft>
                  <a:spcPts val="0"/>
                </a:spcAft>
                <a:buClrTx/>
                <a:buSzTx/>
                <a:buFontTx/>
                <a:buNone/>
                <a:tabLst/>
                <a:defRPr/>
              </a:pPr>
              <a:r>
                <a:rPr lang="en-GB" sz="1400" b="1">
                  <a:solidFill>
                    <a:prstClr val="white"/>
                  </a:solidFill>
                  <a:latin typeface="Calibri"/>
                </a:rPr>
                <a:t>      </a:t>
              </a:r>
              <a:r>
                <a:rPr kumimoji="0" lang="en-GB" sz="1400" b="1" i="0" u="none" strike="noStrike" kern="1200" cap="none" spc="0" normalizeH="0" baseline="0" noProof="0">
                  <a:ln>
                    <a:noFill/>
                  </a:ln>
                  <a:solidFill>
                    <a:prstClr val="white"/>
                  </a:solidFill>
                  <a:effectLst/>
                  <a:uLnTx/>
                  <a:uFillTx/>
                  <a:latin typeface="Calibri"/>
                  <a:ea typeface="+mn-ea"/>
                  <a:cs typeface="+mn-cs"/>
                </a:rPr>
                <a:t>PLANNING AND GOVERNANCE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white"/>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Calibri"/>
                  <a:ea typeface="+mn-ea"/>
                  <a:cs typeface="+mn-cs"/>
                </a:rPr>
                <a:t>     &gt; Dhaka’s infrastructure has not kept pace</a:t>
              </a: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a:solidFill>
                    <a:prstClr val="white"/>
                  </a:solidFill>
                  <a:latin typeface="Calibri"/>
                </a:rPr>
                <a:t>     </a:t>
              </a:r>
              <a:r>
                <a:rPr kumimoji="0" lang="en-GB" sz="1200" b="0" i="0" u="none" strike="noStrike" kern="1200" cap="none" spc="0" normalizeH="0" baseline="0" noProof="0">
                  <a:ln>
                    <a:noFill/>
                  </a:ln>
                  <a:solidFill>
                    <a:prstClr val="white"/>
                  </a:solidFill>
                  <a:effectLst/>
                  <a:uLnTx/>
                  <a:uFillTx/>
                  <a:latin typeface="Calibri"/>
                  <a:ea typeface="+mn-ea"/>
                  <a:cs typeface="+mn-cs"/>
                </a:rPr>
                <a:t>with its population growth</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white"/>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Calibri"/>
                  <a:ea typeface="+mn-ea"/>
                  <a:cs typeface="+mn-cs"/>
                </a:rPr>
                <a:t>  &gt; A lack of affordable housing policies and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Calibri"/>
                  <a:ea typeface="+mn-ea"/>
                  <a:cs typeface="+mn-cs"/>
                </a:rPr>
                <a:t>  weak enforcement of land regulations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Calibri"/>
                  <a:ea typeface="+mn-ea"/>
                  <a:cs typeface="+mn-cs"/>
                </a:rPr>
                <a:t> have allowed slums to expand</a:t>
              </a:r>
              <a:endParaRPr lang="en-GB" sz="1200">
                <a:solidFill>
                  <a:schemeClr val="bg1"/>
                </a:solidFill>
              </a:endParaRPr>
            </a:p>
          </p:txBody>
        </p:sp>
      </p:grpSp>
      <p:grpSp>
        <p:nvGrpSpPr>
          <p:cNvPr id="16" name="Group 15">
            <a:extLst>
              <a:ext uri="{FF2B5EF4-FFF2-40B4-BE49-F238E27FC236}">
                <a16:creationId xmlns:a16="http://schemas.microsoft.com/office/drawing/2014/main" id="{CA4B25BA-B08A-8D91-DF3B-BD393460F883}"/>
              </a:ext>
            </a:extLst>
          </p:cNvPr>
          <p:cNvGrpSpPr/>
          <p:nvPr/>
        </p:nvGrpSpPr>
        <p:grpSpPr>
          <a:xfrm>
            <a:off x="1345346" y="1704709"/>
            <a:ext cx="3838591" cy="3385200"/>
            <a:chOff x="1399776" y="1770025"/>
            <a:chExt cx="3838591" cy="3385200"/>
          </a:xfrm>
        </p:grpSpPr>
        <p:sp>
          <p:nvSpPr>
            <p:cNvPr id="11" name="Free-form: Shape 10">
              <a:extLst>
                <a:ext uri="{FF2B5EF4-FFF2-40B4-BE49-F238E27FC236}">
                  <a16:creationId xmlns:a16="http://schemas.microsoft.com/office/drawing/2014/main" id="{46C62FE7-E1C7-7424-49CF-2FEAB18A1B5B}"/>
                </a:ext>
              </a:extLst>
            </p:cNvPr>
            <p:cNvSpPr/>
            <p:nvPr/>
          </p:nvSpPr>
          <p:spPr>
            <a:xfrm>
              <a:off x="1399776" y="1770025"/>
              <a:ext cx="3838591" cy="3385200"/>
            </a:xfrm>
            <a:custGeom>
              <a:avLst/>
              <a:gdLst>
                <a:gd name="connsiteX0" fmla="*/ 2611237 w 3838591"/>
                <a:gd name="connsiteY0" fmla="*/ 0 h 3385200"/>
                <a:gd name="connsiteX1" fmla="*/ 3815390 w 3838591"/>
                <a:gd name="connsiteY1" fmla="*/ 2582315 h 3385200"/>
                <a:gd name="connsiteX2" fmla="*/ 3783569 w 3838591"/>
                <a:gd name="connsiteY2" fmla="*/ 2592871 h 3385200"/>
                <a:gd name="connsiteX3" fmla="*/ 3526386 w 3838591"/>
                <a:gd name="connsiteY3" fmla="*/ 2708249 h 3385200"/>
                <a:gd name="connsiteX4" fmla="*/ 3503721 w 3838591"/>
                <a:gd name="connsiteY4" fmla="*/ 2721639 h 3385200"/>
                <a:gd name="connsiteX5" fmla="*/ 3573764 w 3838591"/>
                <a:gd name="connsiteY5" fmla="*/ 2820115 h 3385200"/>
                <a:gd name="connsiteX6" fmla="*/ 3838591 w 3838591"/>
                <a:gd name="connsiteY6" fmla="*/ 2631753 h 3385200"/>
                <a:gd name="connsiteX7" fmla="*/ 3433031 w 3838591"/>
                <a:gd name="connsiteY7" fmla="*/ 3182944 h 3385200"/>
                <a:gd name="connsiteX8" fmla="*/ 2779285 w 3838591"/>
                <a:gd name="connsiteY8" fmla="*/ 3385200 h 3385200"/>
                <a:gd name="connsiteX9" fmla="*/ 3044112 w 3838591"/>
                <a:gd name="connsiteY9" fmla="*/ 3196838 h 3385200"/>
                <a:gd name="connsiteX10" fmla="*/ 2975727 w 3838591"/>
                <a:gd name="connsiteY10" fmla="*/ 3100693 h 3385200"/>
                <a:gd name="connsiteX11" fmla="*/ 2863894 w 3838591"/>
                <a:gd name="connsiteY11" fmla="*/ 3206231 h 3385200"/>
                <a:gd name="connsiteX12" fmla="*/ 2743763 w 3838591"/>
                <a:gd name="connsiteY12" fmla="*/ 3345006 h 3385200"/>
                <a:gd name="connsiteX13" fmla="*/ 0 w 3838591"/>
                <a:gd name="connsiteY13" fmla="*/ 2065568 h 3385200"/>
                <a:gd name="connsiteX14" fmla="*/ 76332 w 3838591"/>
                <a:gd name="connsiteY14" fmla="*/ 1954078 h 3385200"/>
                <a:gd name="connsiteX15" fmla="*/ 2395200 w 3838591"/>
                <a:gd name="connsiteY15" fmla="*/ 88326 h 33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38591" h="3385200">
                  <a:moveTo>
                    <a:pt x="2611237" y="0"/>
                  </a:moveTo>
                  <a:lnTo>
                    <a:pt x="3815390" y="2582315"/>
                  </a:lnTo>
                  <a:lnTo>
                    <a:pt x="3783569" y="2592871"/>
                  </a:lnTo>
                  <a:cubicBezTo>
                    <a:pt x="3695260" y="2626678"/>
                    <a:pt x="3609420" y="2665246"/>
                    <a:pt x="3526386" y="2708249"/>
                  </a:cubicBezTo>
                  <a:lnTo>
                    <a:pt x="3503721" y="2721639"/>
                  </a:lnTo>
                  <a:lnTo>
                    <a:pt x="3573764" y="2820115"/>
                  </a:lnTo>
                  <a:lnTo>
                    <a:pt x="3838591" y="2631753"/>
                  </a:lnTo>
                  <a:lnTo>
                    <a:pt x="3433031" y="3182944"/>
                  </a:lnTo>
                  <a:lnTo>
                    <a:pt x="2779285" y="3385200"/>
                  </a:lnTo>
                  <a:lnTo>
                    <a:pt x="3044112" y="3196838"/>
                  </a:lnTo>
                  <a:lnTo>
                    <a:pt x="2975727" y="3100693"/>
                  </a:lnTo>
                  <a:lnTo>
                    <a:pt x="2863894" y="3206231"/>
                  </a:lnTo>
                  <a:lnTo>
                    <a:pt x="2743763" y="3345006"/>
                  </a:lnTo>
                  <a:lnTo>
                    <a:pt x="0" y="2065568"/>
                  </a:lnTo>
                  <a:lnTo>
                    <a:pt x="76332" y="1954078"/>
                  </a:lnTo>
                  <a:cubicBezTo>
                    <a:pt x="657629" y="1145186"/>
                    <a:pt x="1458563" y="496107"/>
                    <a:pt x="2395200" y="88326"/>
                  </a:cubicBezTo>
                  <a:close/>
                </a:path>
              </a:pathLst>
            </a:custGeom>
            <a:solidFill>
              <a:srgbClr val="AAA39D"/>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150" name="TextBox 149">
              <a:extLst>
                <a:ext uri="{FF2B5EF4-FFF2-40B4-BE49-F238E27FC236}">
                  <a16:creationId xmlns:a16="http://schemas.microsoft.com/office/drawing/2014/main" id="{54FFDCBC-7059-A860-0CE7-CF2D72130D5B}"/>
                </a:ext>
              </a:extLst>
            </p:cNvPr>
            <p:cNvSpPr txBox="1"/>
            <p:nvPr/>
          </p:nvSpPr>
          <p:spPr>
            <a:xfrm>
              <a:off x="1411607" y="2370613"/>
              <a:ext cx="3393657" cy="2492990"/>
            </a:xfrm>
            <a:prstGeom prst="rect">
              <a:avLst/>
            </a:prstGeom>
            <a:noFill/>
          </p:spPr>
          <p:txBody>
            <a:bodyPr wrap="square" rtlCol="0">
              <a:spAutoFit/>
            </a:bodyPr>
            <a:lstStyle/>
            <a:p>
              <a:r>
                <a:rPr lang="en-GB" sz="1600" b="1">
                  <a:solidFill>
                    <a:schemeClr val="bg1"/>
                  </a:solidFill>
                </a:rPr>
                <a:t>                             </a:t>
              </a:r>
            </a:p>
            <a:p>
              <a:r>
                <a:rPr lang="en-GB" sz="1400" b="1">
                  <a:solidFill>
                    <a:schemeClr val="bg1"/>
                  </a:solidFill>
                </a:rPr>
                <a:t>                              ECONOMIC FACTORS</a:t>
              </a:r>
            </a:p>
            <a:p>
              <a:endParaRPr lang="en-GB" sz="800">
                <a:solidFill>
                  <a:schemeClr val="bg1"/>
                </a:solidFill>
              </a:endParaRPr>
            </a:p>
            <a:p>
              <a:r>
                <a:rPr lang="en-GB" sz="1200">
                  <a:solidFill>
                    <a:schemeClr val="bg1"/>
                  </a:solidFill>
                </a:rPr>
                <a:t>                     &gt; Dhaka’s booming garment industry</a:t>
              </a:r>
            </a:p>
            <a:p>
              <a:r>
                <a:rPr lang="en-GB" sz="1200">
                  <a:solidFill>
                    <a:schemeClr val="bg1"/>
                  </a:solidFill>
                </a:rPr>
                <a:t>                and informal sector jobs attract low-skilled                 </a:t>
              </a:r>
            </a:p>
            <a:p>
              <a:r>
                <a:rPr lang="en-GB" sz="1200">
                  <a:solidFill>
                    <a:schemeClr val="bg1"/>
                  </a:solidFill>
                </a:rPr>
                <a:t>          workers who settle in slums due to lack of</a:t>
              </a:r>
            </a:p>
            <a:p>
              <a:r>
                <a:rPr lang="en-GB" sz="1200">
                  <a:solidFill>
                    <a:schemeClr val="bg1"/>
                  </a:solidFill>
                </a:rPr>
                <a:t>       affordable housing</a:t>
              </a:r>
            </a:p>
            <a:p>
              <a:endParaRPr lang="en-GB" sz="800">
                <a:solidFill>
                  <a:schemeClr val="bg1"/>
                </a:solidFill>
              </a:endParaRPr>
            </a:p>
            <a:p>
              <a:r>
                <a:rPr lang="en-GB" sz="1200">
                  <a:solidFill>
                    <a:schemeClr val="bg1"/>
                  </a:solidFill>
                </a:rPr>
                <a:t>            &gt; Economic disparity means that while some</a:t>
              </a:r>
            </a:p>
            <a:p>
              <a:r>
                <a:rPr lang="en-GB" sz="1200">
                  <a:solidFill>
                    <a:schemeClr val="bg1"/>
                  </a:solidFill>
                </a:rPr>
                <a:t>                        parts of Dhaka develop rapidly, a</a:t>
              </a:r>
            </a:p>
            <a:p>
              <a:r>
                <a:rPr lang="en-GB" sz="1200">
                  <a:solidFill>
                    <a:schemeClr val="bg1"/>
                  </a:solidFill>
                </a:rPr>
                <a:t>                                       significant portion of the</a:t>
              </a:r>
            </a:p>
            <a:p>
              <a:r>
                <a:rPr lang="en-GB" sz="1200">
                  <a:solidFill>
                    <a:schemeClr val="bg1"/>
                  </a:solidFill>
                </a:rPr>
                <a:t>                                                  population remains in</a:t>
              </a:r>
            </a:p>
            <a:p>
              <a:r>
                <a:rPr lang="en-GB" sz="1200">
                  <a:solidFill>
                    <a:schemeClr val="bg1"/>
                  </a:solidFill>
                </a:rPr>
                <a:t>                                                            poverty</a:t>
              </a:r>
            </a:p>
          </p:txBody>
        </p:sp>
      </p:grpSp>
      <p:grpSp>
        <p:nvGrpSpPr>
          <p:cNvPr id="17" name="Group 16">
            <a:extLst>
              <a:ext uri="{FF2B5EF4-FFF2-40B4-BE49-F238E27FC236}">
                <a16:creationId xmlns:a16="http://schemas.microsoft.com/office/drawing/2014/main" id="{4B54F2E1-CE81-C42E-961A-81BBFAD86B14}"/>
              </a:ext>
            </a:extLst>
          </p:cNvPr>
          <p:cNvGrpSpPr/>
          <p:nvPr/>
        </p:nvGrpSpPr>
        <p:grpSpPr>
          <a:xfrm>
            <a:off x="4128251" y="1284434"/>
            <a:ext cx="3935501" cy="3146782"/>
            <a:chOff x="4128251" y="1382408"/>
            <a:chExt cx="3935501" cy="3146782"/>
          </a:xfrm>
        </p:grpSpPr>
        <p:sp>
          <p:nvSpPr>
            <p:cNvPr id="12" name="Free-form: Shape 11">
              <a:extLst>
                <a:ext uri="{FF2B5EF4-FFF2-40B4-BE49-F238E27FC236}">
                  <a16:creationId xmlns:a16="http://schemas.microsoft.com/office/drawing/2014/main" id="{53D1D3C7-FC99-790A-CC50-F738933C868D}"/>
                </a:ext>
              </a:extLst>
            </p:cNvPr>
            <p:cNvSpPr/>
            <p:nvPr/>
          </p:nvSpPr>
          <p:spPr>
            <a:xfrm>
              <a:off x="4128251" y="1382408"/>
              <a:ext cx="3935501" cy="3146782"/>
            </a:xfrm>
            <a:custGeom>
              <a:avLst/>
              <a:gdLst>
                <a:gd name="connsiteX0" fmla="*/ 1967750 w 3935501"/>
                <a:gd name="connsiteY0" fmla="*/ 0 h 3146782"/>
                <a:gd name="connsiteX1" fmla="*/ 3789537 w 3935501"/>
                <a:gd name="connsiteY1" fmla="*/ 292537 h 3146782"/>
                <a:gd name="connsiteX2" fmla="*/ 3935501 w 3935501"/>
                <a:gd name="connsiteY2" fmla="*/ 344666 h 3146782"/>
                <a:gd name="connsiteX3" fmla="*/ 2729709 w 3935501"/>
                <a:gd name="connsiteY3" fmla="*/ 2930495 h 3146782"/>
                <a:gd name="connsiteX4" fmla="*/ 2663892 w 3935501"/>
                <a:gd name="connsiteY4" fmla="*/ 2908660 h 3146782"/>
                <a:gd name="connsiteX5" fmla="*/ 2323593 w 3935501"/>
                <a:gd name="connsiteY5" fmla="*/ 2837387 h 3146782"/>
                <a:gd name="connsiteX6" fmla="*/ 2301351 w 3935501"/>
                <a:gd name="connsiteY6" fmla="*/ 2835075 h 3146782"/>
                <a:gd name="connsiteX7" fmla="*/ 2301351 w 3935501"/>
                <a:gd name="connsiteY7" fmla="*/ 2932683 h 3146782"/>
                <a:gd name="connsiteX8" fmla="*/ 2626333 w 3935501"/>
                <a:gd name="connsiteY8" fmla="*/ 2932683 h 3146782"/>
                <a:gd name="connsiteX9" fmla="*/ 1976370 w 3935501"/>
                <a:gd name="connsiteY9" fmla="*/ 3146782 h 3146782"/>
                <a:gd name="connsiteX10" fmla="*/ 1326406 w 3935501"/>
                <a:gd name="connsiteY10" fmla="*/ 2932683 h 3146782"/>
                <a:gd name="connsiteX11" fmla="*/ 1651388 w 3935501"/>
                <a:gd name="connsiteY11" fmla="*/ 2932683 h 3146782"/>
                <a:gd name="connsiteX12" fmla="*/ 1651388 w 3935501"/>
                <a:gd name="connsiteY12" fmla="*/ 2833284 h 3146782"/>
                <a:gd name="connsiteX13" fmla="*/ 1611908 w 3935501"/>
                <a:gd name="connsiteY13" fmla="*/ 2837387 h 3146782"/>
                <a:gd name="connsiteX14" fmla="*/ 1271608 w 3935501"/>
                <a:gd name="connsiteY14" fmla="*/ 2908660 h 3146782"/>
                <a:gd name="connsiteX15" fmla="*/ 1205792 w 3935501"/>
                <a:gd name="connsiteY15" fmla="*/ 2930495 h 3146782"/>
                <a:gd name="connsiteX16" fmla="*/ 0 w 3935501"/>
                <a:gd name="connsiteY16" fmla="*/ 344666 h 3146782"/>
                <a:gd name="connsiteX17" fmla="*/ 145964 w 3935501"/>
                <a:gd name="connsiteY17" fmla="*/ 292537 h 3146782"/>
                <a:gd name="connsiteX18" fmla="*/ 1967750 w 3935501"/>
                <a:gd name="connsiteY18" fmla="*/ 0 h 3146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5501" h="3146782">
                  <a:moveTo>
                    <a:pt x="1967750" y="0"/>
                  </a:moveTo>
                  <a:cubicBezTo>
                    <a:pt x="2605322" y="0"/>
                    <a:pt x="3218138" y="102904"/>
                    <a:pt x="3789537" y="292537"/>
                  </a:cubicBezTo>
                  <a:lnTo>
                    <a:pt x="3935501" y="344666"/>
                  </a:lnTo>
                  <a:lnTo>
                    <a:pt x="2729709" y="2930495"/>
                  </a:lnTo>
                  <a:lnTo>
                    <a:pt x="2663892" y="2908660"/>
                  </a:lnTo>
                  <a:cubicBezTo>
                    <a:pt x="2553436" y="2877484"/>
                    <a:pt x="2439810" y="2853538"/>
                    <a:pt x="2323593" y="2837387"/>
                  </a:cubicBezTo>
                  <a:lnTo>
                    <a:pt x="2301351" y="2835075"/>
                  </a:lnTo>
                  <a:lnTo>
                    <a:pt x="2301351" y="2932683"/>
                  </a:lnTo>
                  <a:lnTo>
                    <a:pt x="2626333" y="2932683"/>
                  </a:lnTo>
                  <a:lnTo>
                    <a:pt x="1976370" y="3146782"/>
                  </a:lnTo>
                  <a:lnTo>
                    <a:pt x="1326406" y="2932683"/>
                  </a:lnTo>
                  <a:lnTo>
                    <a:pt x="1651388" y="2932683"/>
                  </a:lnTo>
                  <a:lnTo>
                    <a:pt x="1651388" y="2833284"/>
                  </a:lnTo>
                  <a:lnTo>
                    <a:pt x="1611908" y="2837387"/>
                  </a:lnTo>
                  <a:cubicBezTo>
                    <a:pt x="1495691" y="2853538"/>
                    <a:pt x="1382065" y="2877484"/>
                    <a:pt x="1271608" y="2908660"/>
                  </a:cubicBezTo>
                  <a:lnTo>
                    <a:pt x="1205792" y="2930495"/>
                  </a:lnTo>
                  <a:lnTo>
                    <a:pt x="0" y="344666"/>
                  </a:lnTo>
                  <a:lnTo>
                    <a:pt x="145964" y="292537"/>
                  </a:lnTo>
                  <a:cubicBezTo>
                    <a:pt x="717363" y="102904"/>
                    <a:pt x="1330178" y="0"/>
                    <a:pt x="1967750" y="0"/>
                  </a:cubicBezTo>
                  <a:close/>
                </a:path>
              </a:pathLst>
            </a:custGeom>
            <a:solidFill>
              <a:srgbClr val="7C9192"/>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151" name="TextBox 150">
              <a:extLst>
                <a:ext uri="{FF2B5EF4-FFF2-40B4-BE49-F238E27FC236}">
                  <a16:creationId xmlns:a16="http://schemas.microsoft.com/office/drawing/2014/main" id="{A4252DA2-F4BB-1A78-949B-A0CB7C7D41B5}"/>
                </a:ext>
              </a:extLst>
            </p:cNvPr>
            <p:cNvSpPr txBox="1"/>
            <p:nvPr/>
          </p:nvSpPr>
          <p:spPr>
            <a:xfrm>
              <a:off x="4247494" y="1651000"/>
              <a:ext cx="3696147" cy="206210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latin typeface="Calibri"/>
                  <a:ea typeface="+mn-ea"/>
                  <a:cs typeface="+mn-cs"/>
                </a:rPr>
                <a:t>RURAL TO URBAN MIGRATION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white"/>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Calibri"/>
                  <a:ea typeface="+mn-ea"/>
                  <a:cs typeface="+mn-cs"/>
                </a:rPr>
                <a:t>    &gt; Since Bangladesh’s independence in 1971, millions</a:t>
              </a: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a:solidFill>
                    <a:prstClr val="white"/>
                  </a:solidFill>
                  <a:latin typeface="Calibri"/>
                </a:rPr>
                <a:t>       </a:t>
              </a:r>
              <a:r>
                <a:rPr kumimoji="0" lang="en-GB" sz="1200" b="0" i="0" u="none" strike="noStrike" kern="1200" cap="none" spc="0" normalizeH="0" baseline="0" noProof="0">
                  <a:ln>
                    <a:noFill/>
                  </a:ln>
                  <a:solidFill>
                    <a:prstClr val="white"/>
                  </a:solidFill>
                  <a:effectLst/>
                  <a:uLnTx/>
                  <a:uFillTx/>
                  <a:latin typeface="Calibri"/>
                  <a:ea typeface="+mn-ea"/>
                  <a:cs typeface="+mn-cs"/>
                </a:rPr>
                <a:t>of people have moved from rural areas to Dhaka</a:t>
              </a: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a:solidFill>
                    <a:prstClr val="white"/>
                  </a:solidFill>
                  <a:latin typeface="Calibri"/>
                </a:rPr>
                <a:t>         </a:t>
              </a:r>
              <a:r>
                <a:rPr kumimoji="0" lang="en-GB" sz="1200" b="0" i="0" u="none" strike="noStrike" kern="1200" cap="none" spc="0" normalizeH="0" baseline="0" noProof="0">
                  <a:ln>
                    <a:noFill/>
                  </a:ln>
                  <a:solidFill>
                    <a:prstClr val="white"/>
                  </a:solidFill>
                  <a:effectLst/>
                  <a:uLnTx/>
                  <a:uFillTx/>
                  <a:latin typeface="Calibri"/>
                  <a:ea typeface="+mn-ea"/>
                  <a:cs typeface="+mn-cs"/>
                </a:rPr>
                <a:t>in search of better living conditions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white"/>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Calibri"/>
                  <a:ea typeface="+mn-ea"/>
                  <a:cs typeface="+mn-cs"/>
                </a:rPr>
                <a:t>            &gt; Frequent floods, river erosion and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Calibri"/>
                  <a:ea typeface="+mn-ea"/>
                  <a:cs typeface="+mn-cs"/>
                </a:rPr>
                <a:t>                declining agricultural opportunities in</a:t>
              </a: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a:solidFill>
                    <a:prstClr val="white"/>
                  </a:solidFill>
                  <a:latin typeface="Calibri"/>
                </a:rPr>
                <a:t>                  </a:t>
              </a:r>
              <a:r>
                <a:rPr kumimoji="0" lang="en-GB" sz="1200" b="0" i="0" u="none" strike="noStrike" kern="1200" cap="none" spc="0" normalizeH="0" baseline="0" noProof="0">
                  <a:ln>
                    <a:noFill/>
                  </a:ln>
                  <a:solidFill>
                    <a:prstClr val="white"/>
                  </a:solidFill>
                  <a:effectLst/>
                  <a:uLnTx/>
                  <a:uFillTx/>
                  <a:latin typeface="Calibri"/>
                  <a:ea typeface="+mn-ea"/>
                  <a:cs typeface="+mn-cs"/>
                </a:rPr>
                <a:t>rural areas have forced people to</a:t>
              </a: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a:solidFill>
                    <a:prstClr val="white"/>
                  </a:solidFill>
                  <a:latin typeface="Calibri"/>
                </a:rPr>
                <a:t>                     </a:t>
              </a:r>
              <a:r>
                <a:rPr kumimoji="0" lang="en-GB" sz="1200" b="0" i="0" u="none" strike="noStrike" kern="1200" cap="none" spc="0" normalizeH="0" baseline="0" noProof="0">
                  <a:ln>
                    <a:noFill/>
                  </a:ln>
                  <a:solidFill>
                    <a:prstClr val="white"/>
                  </a:solidFill>
                  <a:effectLst/>
                  <a:uLnTx/>
                  <a:uFillTx/>
                  <a:latin typeface="Calibri"/>
                  <a:ea typeface="+mn-ea"/>
                  <a:cs typeface="+mn-cs"/>
                </a:rPr>
                <a:t>migrate</a:t>
              </a:r>
              <a:endParaRPr kumimoji="0" lang="en-GB" sz="1200" b="0" i="0" u="none" strike="noStrike" kern="1200" cap="none" spc="0" normalizeH="0" baseline="0" noProof="0">
                <a:ln>
                  <a:noFill/>
                </a:ln>
                <a:solidFill>
                  <a:prstClr val="black"/>
                </a:solidFill>
                <a:effectLst/>
                <a:uLnTx/>
                <a:uFillTx/>
                <a:latin typeface="Calibri"/>
                <a:ea typeface="+mn-ea"/>
                <a:cs typeface="+mn-cs"/>
              </a:endParaRPr>
            </a:p>
            <a:p>
              <a:endParaRPr lang="en-GB" sz="1200">
                <a:solidFill>
                  <a:schemeClr val="bg1"/>
                </a:solidFill>
              </a:endParaRPr>
            </a:p>
          </p:txBody>
        </p:sp>
      </p:grpSp>
      <p:grpSp>
        <p:nvGrpSpPr>
          <p:cNvPr id="18" name="Group 17">
            <a:extLst>
              <a:ext uri="{FF2B5EF4-FFF2-40B4-BE49-F238E27FC236}">
                <a16:creationId xmlns:a16="http://schemas.microsoft.com/office/drawing/2014/main" id="{EC22C121-728A-E1E6-8AF8-F6293BA79999}"/>
              </a:ext>
            </a:extLst>
          </p:cNvPr>
          <p:cNvGrpSpPr/>
          <p:nvPr/>
        </p:nvGrpSpPr>
        <p:grpSpPr>
          <a:xfrm>
            <a:off x="7025303" y="1704708"/>
            <a:ext cx="3822220" cy="3373074"/>
            <a:chOff x="6970873" y="1770024"/>
            <a:chExt cx="3822220" cy="3373074"/>
          </a:xfrm>
        </p:grpSpPr>
        <p:sp>
          <p:nvSpPr>
            <p:cNvPr id="13" name="Free-form: Shape 12">
              <a:extLst>
                <a:ext uri="{FF2B5EF4-FFF2-40B4-BE49-F238E27FC236}">
                  <a16:creationId xmlns:a16="http://schemas.microsoft.com/office/drawing/2014/main" id="{627516F7-299E-B90E-6B71-8EF0AD992625}"/>
                </a:ext>
              </a:extLst>
            </p:cNvPr>
            <p:cNvSpPr/>
            <p:nvPr/>
          </p:nvSpPr>
          <p:spPr>
            <a:xfrm>
              <a:off x="6970873" y="1770024"/>
              <a:ext cx="3822220" cy="3373074"/>
            </a:xfrm>
            <a:custGeom>
              <a:avLst/>
              <a:gdLst>
                <a:gd name="connsiteX0" fmla="*/ 1210115 w 3822220"/>
                <a:gd name="connsiteY0" fmla="*/ 0 h 3373074"/>
                <a:gd name="connsiteX1" fmla="*/ 1426153 w 3822220"/>
                <a:gd name="connsiteY1" fmla="*/ 88327 h 3373074"/>
                <a:gd name="connsiteX2" fmla="*/ 3745020 w 3822220"/>
                <a:gd name="connsiteY2" fmla="*/ 1954079 h 3373074"/>
                <a:gd name="connsiteX3" fmla="*/ 3822220 w 3822220"/>
                <a:gd name="connsiteY3" fmla="*/ 2066837 h 3373074"/>
                <a:gd name="connsiteX4" fmla="*/ 1078621 w 3822220"/>
                <a:gd name="connsiteY4" fmla="*/ 3346199 h 3373074"/>
                <a:gd name="connsiteX5" fmla="*/ 957458 w 3822220"/>
                <a:gd name="connsiteY5" fmla="*/ 3206232 h 3373074"/>
                <a:gd name="connsiteX6" fmla="*/ 850779 w 3822220"/>
                <a:gd name="connsiteY6" fmla="*/ 3105558 h 3373074"/>
                <a:gd name="connsiteX7" fmla="*/ 794480 w 3822220"/>
                <a:gd name="connsiteY7" fmla="*/ 3184712 h 3373074"/>
                <a:gd name="connsiteX8" fmla="*/ 1059307 w 3822220"/>
                <a:gd name="connsiteY8" fmla="*/ 3373074 h 3373074"/>
                <a:gd name="connsiteX9" fmla="*/ 405560 w 3822220"/>
                <a:gd name="connsiteY9" fmla="*/ 3170818 h 3373074"/>
                <a:gd name="connsiteX10" fmla="*/ 0 w 3822220"/>
                <a:gd name="connsiteY10" fmla="*/ 2619627 h 3373074"/>
                <a:gd name="connsiteX11" fmla="*/ 264828 w 3822220"/>
                <a:gd name="connsiteY11" fmla="*/ 2807989 h 3373074"/>
                <a:gd name="connsiteX12" fmla="*/ 323696 w 3822220"/>
                <a:gd name="connsiteY12" fmla="*/ 2725223 h 3373074"/>
                <a:gd name="connsiteX13" fmla="*/ 294966 w 3822220"/>
                <a:gd name="connsiteY13" fmla="*/ 2708250 h 3373074"/>
                <a:gd name="connsiteX14" fmla="*/ 37783 w 3822220"/>
                <a:gd name="connsiteY14" fmla="*/ 2592872 h 3373074"/>
                <a:gd name="connsiteX15" fmla="*/ 5962 w 3822220"/>
                <a:gd name="connsiteY15" fmla="*/ 2582316 h 337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22220" h="3373074">
                  <a:moveTo>
                    <a:pt x="1210115" y="0"/>
                  </a:moveTo>
                  <a:lnTo>
                    <a:pt x="1426153" y="88327"/>
                  </a:lnTo>
                  <a:cubicBezTo>
                    <a:pt x="2362790" y="496108"/>
                    <a:pt x="3163724" y="1145187"/>
                    <a:pt x="3745020" y="1954079"/>
                  </a:cubicBezTo>
                  <a:lnTo>
                    <a:pt x="3822220" y="2066837"/>
                  </a:lnTo>
                  <a:lnTo>
                    <a:pt x="1078621" y="3346199"/>
                  </a:lnTo>
                  <a:lnTo>
                    <a:pt x="957458" y="3206232"/>
                  </a:lnTo>
                  <a:lnTo>
                    <a:pt x="850779" y="3105558"/>
                  </a:lnTo>
                  <a:lnTo>
                    <a:pt x="794480" y="3184712"/>
                  </a:lnTo>
                  <a:lnTo>
                    <a:pt x="1059307" y="3373074"/>
                  </a:lnTo>
                  <a:lnTo>
                    <a:pt x="405560" y="3170818"/>
                  </a:lnTo>
                  <a:lnTo>
                    <a:pt x="0" y="2619627"/>
                  </a:lnTo>
                  <a:lnTo>
                    <a:pt x="264828" y="2807989"/>
                  </a:lnTo>
                  <a:lnTo>
                    <a:pt x="323696" y="2725223"/>
                  </a:lnTo>
                  <a:lnTo>
                    <a:pt x="294966" y="2708250"/>
                  </a:lnTo>
                  <a:cubicBezTo>
                    <a:pt x="211932" y="2665247"/>
                    <a:pt x="126093" y="2626679"/>
                    <a:pt x="37783" y="2592872"/>
                  </a:cubicBezTo>
                  <a:lnTo>
                    <a:pt x="5962" y="2582316"/>
                  </a:lnTo>
                  <a:close/>
                </a:path>
              </a:pathLst>
            </a:custGeom>
            <a:solidFill>
              <a:srgbClr val="3F6457"/>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153" name="TextBox 152">
              <a:extLst>
                <a:ext uri="{FF2B5EF4-FFF2-40B4-BE49-F238E27FC236}">
                  <a16:creationId xmlns:a16="http://schemas.microsoft.com/office/drawing/2014/main" id="{CCFF1DEC-A377-BFDF-3B59-B35BB9883357}"/>
                </a:ext>
              </a:extLst>
            </p:cNvPr>
            <p:cNvSpPr txBox="1"/>
            <p:nvPr/>
          </p:nvSpPr>
          <p:spPr>
            <a:xfrm>
              <a:off x="7073900" y="2108200"/>
              <a:ext cx="3289300" cy="2308324"/>
            </a:xfrm>
            <a:prstGeom prst="rect">
              <a:avLst/>
            </a:prstGeom>
            <a:noFill/>
          </p:spPr>
          <p:txBody>
            <a:bodyPr wrap="square" rtlCol="0">
              <a:spAutoFit/>
            </a:bodyPr>
            <a:lstStyle/>
            <a:p>
              <a:r>
                <a:rPr lang="en-GB" sz="1600" b="1">
                  <a:solidFill>
                    <a:schemeClr val="bg1"/>
                  </a:solidFill>
                </a:rPr>
                <a:t>                      </a:t>
              </a:r>
              <a:r>
                <a:rPr lang="en-GB" sz="1400" b="1">
                  <a:solidFill>
                    <a:schemeClr val="bg1"/>
                  </a:solidFill>
                </a:rPr>
                <a:t>POLITICAL</a:t>
              </a:r>
            </a:p>
            <a:p>
              <a:r>
                <a:rPr lang="en-GB" sz="1400" b="1">
                  <a:solidFill>
                    <a:schemeClr val="bg1"/>
                  </a:solidFill>
                </a:rPr>
                <a:t>                   AND SOCIAL ISSUES</a:t>
              </a:r>
            </a:p>
            <a:p>
              <a:endParaRPr lang="en-GB" sz="800">
                <a:solidFill>
                  <a:schemeClr val="bg1"/>
                </a:solidFill>
              </a:endParaRPr>
            </a:p>
            <a:p>
              <a:r>
                <a:rPr lang="en-GB" sz="1200">
                  <a:solidFill>
                    <a:schemeClr val="bg1"/>
                  </a:solidFill>
                </a:rPr>
                <a:t>                  &gt; Landlords and local political</a:t>
              </a:r>
            </a:p>
            <a:p>
              <a:r>
                <a:rPr lang="en-GB" sz="1200">
                  <a:solidFill>
                    <a:schemeClr val="bg1"/>
                  </a:solidFill>
                </a:rPr>
                <a:t>                 actors often profit from slum</a:t>
              </a:r>
            </a:p>
            <a:p>
              <a:r>
                <a:rPr lang="en-GB" sz="1200">
                  <a:solidFill>
                    <a:schemeClr val="bg1"/>
                  </a:solidFill>
                </a:rPr>
                <a:t>               settlements, preventing efforts to</a:t>
              </a:r>
            </a:p>
            <a:p>
              <a:r>
                <a:rPr lang="en-GB" sz="1200">
                  <a:solidFill>
                    <a:schemeClr val="bg1"/>
                  </a:solidFill>
                </a:rPr>
                <a:t>             relocate or improve conditions</a:t>
              </a:r>
            </a:p>
            <a:p>
              <a:endParaRPr lang="en-GB" sz="800">
                <a:solidFill>
                  <a:schemeClr val="bg1"/>
                </a:solidFill>
              </a:endParaRPr>
            </a:p>
            <a:p>
              <a:r>
                <a:rPr lang="en-GB" sz="1200">
                  <a:solidFill>
                    <a:schemeClr val="bg1"/>
                  </a:solidFill>
                </a:rPr>
                <a:t>        &gt; Many slums lack proper legal recognition,</a:t>
              </a:r>
            </a:p>
            <a:p>
              <a:r>
                <a:rPr lang="en-GB" sz="1200">
                  <a:solidFill>
                    <a:schemeClr val="bg1"/>
                  </a:solidFill>
                </a:rPr>
                <a:t>     making it difficult for residents to access basic</a:t>
              </a:r>
            </a:p>
            <a:p>
              <a:r>
                <a:rPr lang="en-GB" sz="1200">
                  <a:solidFill>
                    <a:schemeClr val="bg1"/>
                  </a:solidFill>
                </a:rPr>
                <a:t>   services like water, sanitation and</a:t>
              </a:r>
            </a:p>
            <a:p>
              <a:r>
                <a:rPr lang="en-GB" sz="1200">
                  <a:solidFill>
                    <a:schemeClr val="bg1"/>
                  </a:solidFill>
                </a:rPr>
                <a:t> healthcare</a:t>
              </a:r>
            </a:p>
          </p:txBody>
        </p:sp>
      </p:grpSp>
      <p:grpSp>
        <p:nvGrpSpPr>
          <p:cNvPr id="19" name="Group 18">
            <a:extLst>
              <a:ext uri="{FF2B5EF4-FFF2-40B4-BE49-F238E27FC236}">
                <a16:creationId xmlns:a16="http://schemas.microsoft.com/office/drawing/2014/main" id="{3DFE063D-7698-BA62-0234-CB11B7C13102}"/>
              </a:ext>
            </a:extLst>
          </p:cNvPr>
          <p:cNvGrpSpPr/>
          <p:nvPr/>
        </p:nvGrpSpPr>
        <p:grpSpPr>
          <a:xfrm>
            <a:off x="8156315" y="3938581"/>
            <a:ext cx="3644884" cy="2521234"/>
            <a:chOff x="8058341" y="3938581"/>
            <a:chExt cx="3644884" cy="2521234"/>
          </a:xfrm>
        </p:grpSpPr>
        <p:sp>
          <p:nvSpPr>
            <p:cNvPr id="14" name="Free-form: Shape 13">
              <a:extLst>
                <a:ext uri="{FF2B5EF4-FFF2-40B4-BE49-F238E27FC236}">
                  <a16:creationId xmlns:a16="http://schemas.microsoft.com/office/drawing/2014/main" id="{9C116B88-FA2C-A98F-C03F-8A3BC931FE68}"/>
                </a:ext>
              </a:extLst>
            </p:cNvPr>
            <p:cNvSpPr/>
            <p:nvPr/>
          </p:nvSpPr>
          <p:spPr>
            <a:xfrm>
              <a:off x="8058341" y="3938581"/>
              <a:ext cx="3644884" cy="2521234"/>
            </a:xfrm>
            <a:custGeom>
              <a:avLst/>
              <a:gdLst>
                <a:gd name="connsiteX0" fmla="*/ 2803810 w 3644884"/>
                <a:gd name="connsiteY0" fmla="*/ 0 h 2521234"/>
                <a:gd name="connsiteX1" fmla="*/ 2929509 w 3644884"/>
                <a:gd name="connsiteY1" fmla="*/ 202908 h 2521234"/>
                <a:gd name="connsiteX2" fmla="*/ 3637800 w 3644884"/>
                <a:gd name="connsiteY2" fmla="*/ 2350071 h 2521234"/>
                <a:gd name="connsiteX3" fmla="*/ 3644884 w 3644884"/>
                <a:gd name="connsiteY3" fmla="*/ 2486267 h 2521234"/>
                <a:gd name="connsiteX4" fmla="*/ 516947 w 3644884"/>
                <a:gd name="connsiteY4" fmla="*/ 2486267 h 2521234"/>
                <a:gd name="connsiteX5" fmla="*/ 513815 w 3644884"/>
                <a:gd name="connsiteY5" fmla="*/ 2426047 h 2521234"/>
                <a:gd name="connsiteX6" fmla="*/ 470516 w 3644884"/>
                <a:gd name="connsiteY6" fmla="*/ 2165621 h 2521234"/>
                <a:gd name="connsiteX7" fmla="*/ 332360 w 3644884"/>
                <a:gd name="connsiteY7" fmla="*/ 2215719 h 2521234"/>
                <a:gd name="connsiteX8" fmla="*/ 443147 w 3644884"/>
                <a:gd name="connsiteY8" fmla="*/ 2521234 h 2521234"/>
                <a:gd name="connsiteX9" fmla="*/ 20299 w 3644884"/>
                <a:gd name="connsiteY9" fmla="*/ 1983190 h 2521234"/>
                <a:gd name="connsiteX10" fmla="*/ 0 w 3644884"/>
                <a:gd name="connsiteY10" fmla="*/ 1299174 h 2521234"/>
                <a:gd name="connsiteX11" fmla="*/ 110787 w 3644884"/>
                <a:gd name="connsiteY11" fmla="*/ 1604689 h 2521234"/>
                <a:gd name="connsiteX12" fmla="*/ 242257 w 3644884"/>
                <a:gd name="connsiteY12" fmla="*/ 1557015 h 2521234"/>
                <a:gd name="connsiteX13" fmla="*/ 142601 w 3644884"/>
                <a:gd name="connsiteY13" fmla="*/ 1382974 h 2521234"/>
                <a:gd name="connsiteX14" fmla="*/ 66157 w 3644884"/>
                <a:gd name="connsiteY14" fmla="*/ 1276589 h 2521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44884" h="2521234">
                  <a:moveTo>
                    <a:pt x="2803810" y="0"/>
                  </a:moveTo>
                  <a:lnTo>
                    <a:pt x="2929509" y="202908"/>
                  </a:lnTo>
                  <a:cubicBezTo>
                    <a:pt x="3308824" y="847833"/>
                    <a:pt x="3556724" y="1575013"/>
                    <a:pt x="3637800" y="2350071"/>
                  </a:cubicBezTo>
                  <a:lnTo>
                    <a:pt x="3644884" y="2486267"/>
                  </a:lnTo>
                  <a:lnTo>
                    <a:pt x="516947" y="2486267"/>
                  </a:lnTo>
                  <a:lnTo>
                    <a:pt x="513815" y="2426047"/>
                  </a:lnTo>
                  <a:lnTo>
                    <a:pt x="470516" y="2165621"/>
                  </a:lnTo>
                  <a:lnTo>
                    <a:pt x="332360" y="2215719"/>
                  </a:lnTo>
                  <a:lnTo>
                    <a:pt x="443147" y="2521234"/>
                  </a:lnTo>
                  <a:lnTo>
                    <a:pt x="20299" y="1983190"/>
                  </a:lnTo>
                  <a:lnTo>
                    <a:pt x="0" y="1299174"/>
                  </a:lnTo>
                  <a:lnTo>
                    <a:pt x="110787" y="1604689"/>
                  </a:lnTo>
                  <a:lnTo>
                    <a:pt x="242257" y="1557015"/>
                  </a:lnTo>
                  <a:lnTo>
                    <a:pt x="142601" y="1382974"/>
                  </a:lnTo>
                  <a:lnTo>
                    <a:pt x="66157" y="1276589"/>
                  </a:lnTo>
                  <a:close/>
                </a:path>
              </a:pathLst>
            </a:custGeom>
            <a:solidFill>
              <a:srgbClr val="5C5C54"/>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154" name="TextBox 153">
              <a:extLst>
                <a:ext uri="{FF2B5EF4-FFF2-40B4-BE49-F238E27FC236}">
                  <a16:creationId xmlns:a16="http://schemas.microsoft.com/office/drawing/2014/main" id="{99315EBC-D260-2987-E71A-B7C8CD66F652}"/>
                </a:ext>
              </a:extLst>
            </p:cNvPr>
            <p:cNvSpPr txBox="1"/>
            <p:nvPr/>
          </p:nvSpPr>
          <p:spPr>
            <a:xfrm>
              <a:off x="8293100" y="4100993"/>
              <a:ext cx="3410125" cy="2123658"/>
            </a:xfrm>
            <a:prstGeom prst="rect">
              <a:avLst/>
            </a:prstGeom>
            <a:noFill/>
          </p:spPr>
          <p:txBody>
            <a:bodyPr wrap="square" rtlCol="0">
              <a:spAutoFit/>
            </a:bodyPr>
            <a:lstStyle/>
            <a:p>
              <a:r>
                <a:rPr lang="en-GB" sz="1600" b="1">
                  <a:solidFill>
                    <a:schemeClr val="bg1"/>
                  </a:solidFill>
                </a:rPr>
                <a:t>                                              </a:t>
              </a:r>
              <a:r>
                <a:rPr lang="en-GB" sz="1400" b="1">
                  <a:solidFill>
                    <a:schemeClr val="bg1"/>
                  </a:solidFill>
                </a:rPr>
                <a:t>LAND</a:t>
              </a:r>
            </a:p>
            <a:p>
              <a:r>
                <a:rPr lang="en-GB" sz="1400" b="1">
                  <a:solidFill>
                    <a:schemeClr val="bg1"/>
                  </a:solidFill>
                </a:rPr>
                <a:t>                                     SHORTAGE AND</a:t>
              </a:r>
            </a:p>
            <a:p>
              <a:r>
                <a:rPr lang="en-GB" sz="1400" b="1">
                  <a:solidFill>
                    <a:schemeClr val="bg1"/>
                  </a:solidFill>
                </a:rPr>
                <a:t>                          HIGH PROPERTY PRICES</a:t>
              </a:r>
            </a:p>
            <a:p>
              <a:endParaRPr lang="en-GB" sz="800">
                <a:solidFill>
                  <a:schemeClr val="bg1"/>
                </a:solidFill>
              </a:endParaRPr>
            </a:p>
            <a:p>
              <a:r>
                <a:rPr lang="en-GB" sz="1200">
                  <a:solidFill>
                    <a:schemeClr val="bg1"/>
                  </a:solidFill>
                </a:rPr>
                <a:t>            &gt; Dhaka is one of the most densely</a:t>
              </a:r>
            </a:p>
            <a:p>
              <a:r>
                <a:rPr lang="en-GB" sz="1200">
                  <a:solidFill>
                    <a:schemeClr val="bg1"/>
                  </a:solidFill>
                </a:rPr>
                <a:t>   populated cities in the world, leading to a</a:t>
              </a:r>
            </a:p>
            <a:p>
              <a:r>
                <a:rPr lang="en-GB" sz="1200">
                  <a:solidFill>
                    <a:schemeClr val="bg1"/>
                  </a:solidFill>
                </a:rPr>
                <a:t>   housing crisis</a:t>
              </a:r>
            </a:p>
            <a:p>
              <a:endParaRPr lang="en-GB" sz="800">
                <a:solidFill>
                  <a:schemeClr val="bg1"/>
                </a:solidFill>
              </a:endParaRPr>
            </a:p>
            <a:p>
              <a:r>
                <a:rPr lang="en-GB" sz="1200">
                  <a:solidFill>
                    <a:schemeClr val="bg1"/>
                  </a:solidFill>
                </a:rPr>
                <a:t>      &gt; The high cost of formal housing forces</a:t>
              </a:r>
            </a:p>
            <a:p>
              <a:r>
                <a:rPr lang="en-GB" sz="1200">
                  <a:solidFill>
                    <a:schemeClr val="bg1"/>
                  </a:solidFill>
                </a:rPr>
                <a:t>        low-income migrants to live in informal</a:t>
              </a:r>
            </a:p>
            <a:p>
              <a:r>
                <a:rPr lang="en-GB" sz="1200">
                  <a:solidFill>
                    <a:schemeClr val="bg1"/>
                  </a:solidFill>
                </a:rPr>
                <a:t>         settlements</a:t>
              </a:r>
              <a:endParaRPr lang="en-GB" sz="1400">
                <a:solidFill>
                  <a:schemeClr val="bg1"/>
                </a:solidFill>
              </a:endParaRPr>
            </a:p>
          </p:txBody>
        </p:sp>
      </p:grpSp>
      <p:sp>
        <p:nvSpPr>
          <p:cNvPr id="155" name="TextBox 154">
            <a:extLst>
              <a:ext uri="{FF2B5EF4-FFF2-40B4-BE49-F238E27FC236}">
                <a16:creationId xmlns:a16="http://schemas.microsoft.com/office/drawing/2014/main" id="{FFCEF0E7-B2CB-A6D0-EE39-59DF7011554C}"/>
              </a:ext>
            </a:extLst>
          </p:cNvPr>
          <p:cNvSpPr txBox="1"/>
          <p:nvPr/>
        </p:nvSpPr>
        <p:spPr>
          <a:xfrm>
            <a:off x="4114610" y="4492170"/>
            <a:ext cx="3962782" cy="2000548"/>
          </a:xfrm>
          <a:prstGeom prst="rect">
            <a:avLst/>
          </a:prstGeom>
          <a:noFill/>
        </p:spPr>
        <p:txBody>
          <a:bodyPr wrap="square" rtlCol="0">
            <a:spAutoFit/>
          </a:bodyPr>
          <a:lstStyle/>
          <a:p>
            <a:pPr algn="ctr"/>
            <a:r>
              <a:rPr lang="en-GB" sz="1400" b="1">
                <a:solidFill>
                  <a:schemeClr val="bg1"/>
                </a:solidFill>
              </a:rPr>
              <a:t>CURRENT CHALLENGES</a:t>
            </a:r>
          </a:p>
          <a:p>
            <a:pPr algn="ctr"/>
            <a:endParaRPr lang="en-GB" sz="800">
              <a:solidFill>
                <a:schemeClr val="bg1"/>
              </a:solidFill>
            </a:endParaRPr>
          </a:p>
          <a:p>
            <a:pPr algn="ctr"/>
            <a:r>
              <a:rPr lang="en-GB" sz="1400">
                <a:solidFill>
                  <a:schemeClr val="bg1"/>
                </a:solidFill>
              </a:rPr>
              <a:t>   </a:t>
            </a:r>
            <a:r>
              <a:rPr lang="en-GB" sz="1200">
                <a:solidFill>
                  <a:schemeClr val="bg1"/>
                </a:solidFill>
              </a:rPr>
              <a:t>Poor Living Conditions: Overcrowding, </a:t>
            </a:r>
          </a:p>
          <a:p>
            <a:pPr algn="ctr"/>
            <a:r>
              <a:rPr lang="en-GB" sz="1200">
                <a:solidFill>
                  <a:schemeClr val="bg1"/>
                </a:solidFill>
              </a:rPr>
              <a:t>lack of sanitation and unsafe housing</a:t>
            </a:r>
          </a:p>
          <a:p>
            <a:pPr algn="ctr"/>
            <a:endParaRPr lang="en-GB" sz="1200">
              <a:solidFill>
                <a:schemeClr val="bg1"/>
              </a:solidFill>
            </a:endParaRPr>
          </a:p>
          <a:p>
            <a:pPr algn="ctr"/>
            <a:r>
              <a:rPr lang="en-GB" sz="1200">
                <a:solidFill>
                  <a:schemeClr val="bg1"/>
                </a:solidFill>
              </a:rPr>
              <a:t>Health Risks: Waterborne diseases, malnutrition and inadequate healthcare</a:t>
            </a:r>
          </a:p>
          <a:p>
            <a:pPr algn="ctr"/>
            <a:endParaRPr lang="en-GB" sz="1200">
              <a:solidFill>
                <a:schemeClr val="bg1"/>
              </a:solidFill>
            </a:endParaRPr>
          </a:p>
          <a:p>
            <a:pPr algn="ctr"/>
            <a:r>
              <a:rPr lang="en-GB" sz="1200">
                <a:solidFill>
                  <a:schemeClr val="bg1"/>
                </a:solidFill>
              </a:rPr>
              <a:t>Vulnerability to Eviction: Many slum dwellers live under the constant threat of eviction by authorities</a:t>
            </a:r>
          </a:p>
        </p:txBody>
      </p:sp>
    </p:spTree>
    <p:extLst>
      <p:ext uri="{BB962C8B-B14F-4D97-AF65-F5344CB8AC3E}">
        <p14:creationId xmlns:p14="http://schemas.microsoft.com/office/powerpoint/2010/main" val="379994566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6343A"/>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62902EC-6455-451C-691B-439DBC881340}"/>
              </a:ext>
            </a:extLst>
          </p:cNvPr>
          <p:cNvSpPr txBox="1"/>
          <p:nvPr/>
        </p:nvSpPr>
        <p:spPr>
          <a:xfrm>
            <a:off x="320805" y="306152"/>
            <a:ext cx="5295356" cy="523220"/>
          </a:xfrm>
          <a:prstGeom prst="rect">
            <a:avLst/>
          </a:prstGeom>
          <a:noFill/>
        </p:spPr>
        <p:txBody>
          <a:bodyPr wrap="square" rtlCol="0">
            <a:spAutoFit/>
          </a:bodyPr>
          <a:lstStyle/>
          <a:p>
            <a:r>
              <a:rPr lang="en-GB" sz="2800" b="1">
                <a:solidFill>
                  <a:schemeClr val="bg1"/>
                </a:solidFill>
                <a:latin typeface="+mj-lt"/>
              </a:rPr>
              <a:t>Possible Solutions</a:t>
            </a:r>
          </a:p>
        </p:txBody>
      </p:sp>
      <p:sp>
        <p:nvSpPr>
          <p:cNvPr id="6" name="Rectangle 5">
            <a:extLst>
              <a:ext uri="{FF2B5EF4-FFF2-40B4-BE49-F238E27FC236}">
                <a16:creationId xmlns:a16="http://schemas.microsoft.com/office/drawing/2014/main" id="{8F1B2CFD-2464-595F-0609-306655BC0BF6}"/>
              </a:ext>
            </a:extLst>
          </p:cNvPr>
          <p:cNvSpPr/>
          <p:nvPr/>
        </p:nvSpPr>
        <p:spPr>
          <a:xfrm>
            <a:off x="841974" y="1803713"/>
            <a:ext cx="1797924" cy="3466122"/>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1600">
              <a:solidFill>
                <a:schemeClr val="tx1"/>
              </a:solidFill>
            </a:endParaRPr>
          </a:p>
          <a:p>
            <a:pPr algn="ctr"/>
            <a:r>
              <a:rPr lang="en-GB" sz="1600" b="1">
                <a:solidFill>
                  <a:schemeClr val="tx1"/>
                </a:solidFill>
              </a:rPr>
              <a:t>Government Intervention and Policy Reforms</a:t>
            </a:r>
          </a:p>
          <a:p>
            <a:endParaRPr lang="en-GB" sz="800" b="1">
              <a:solidFill>
                <a:schemeClr val="tx1"/>
              </a:solidFill>
            </a:endParaRPr>
          </a:p>
          <a:p>
            <a:endParaRPr lang="en-GB" sz="800">
              <a:solidFill>
                <a:schemeClr val="tx1"/>
              </a:solidFill>
            </a:endParaRPr>
          </a:p>
          <a:p>
            <a:endParaRPr lang="en-GB" sz="800">
              <a:solidFill>
                <a:schemeClr val="tx1"/>
              </a:solidFill>
            </a:endParaRPr>
          </a:p>
          <a:p>
            <a:r>
              <a:rPr lang="en-GB" sz="1400">
                <a:solidFill>
                  <a:schemeClr val="tx1"/>
                </a:solidFill>
              </a:rPr>
              <a:t>&gt; Affordable Housing</a:t>
            </a:r>
          </a:p>
          <a:p>
            <a:r>
              <a:rPr lang="en-GB" sz="1400">
                <a:solidFill>
                  <a:schemeClr val="tx1"/>
                </a:solidFill>
              </a:rPr>
              <a:t>   Projects</a:t>
            </a:r>
          </a:p>
          <a:p>
            <a:endParaRPr lang="en-GB" sz="1400">
              <a:solidFill>
                <a:schemeClr val="tx1"/>
              </a:solidFill>
            </a:endParaRPr>
          </a:p>
          <a:p>
            <a:r>
              <a:rPr lang="en-GB" sz="1400">
                <a:solidFill>
                  <a:schemeClr val="tx1"/>
                </a:solidFill>
              </a:rPr>
              <a:t>&gt; Slum Regularization</a:t>
            </a:r>
          </a:p>
          <a:p>
            <a:r>
              <a:rPr lang="en-GB" sz="1400">
                <a:solidFill>
                  <a:schemeClr val="tx1"/>
                </a:solidFill>
              </a:rPr>
              <a:t>   and Land Rights</a:t>
            </a:r>
          </a:p>
          <a:p>
            <a:endParaRPr lang="en-GB" sz="1400">
              <a:solidFill>
                <a:schemeClr val="tx1"/>
              </a:solidFill>
            </a:endParaRPr>
          </a:p>
          <a:p>
            <a:r>
              <a:rPr lang="en-GB" sz="1400">
                <a:solidFill>
                  <a:schemeClr val="tx1"/>
                </a:solidFill>
              </a:rPr>
              <a:t>&gt; Urban Planning and</a:t>
            </a:r>
          </a:p>
          <a:p>
            <a:r>
              <a:rPr lang="en-GB" sz="1400">
                <a:solidFill>
                  <a:schemeClr val="tx1"/>
                </a:solidFill>
              </a:rPr>
              <a:t>   Decentralization</a:t>
            </a:r>
          </a:p>
          <a:p>
            <a:pPr algn="ctr"/>
            <a:endParaRPr lang="en-GB" sz="1200">
              <a:solidFill>
                <a:schemeClr val="tx1"/>
              </a:solidFill>
            </a:endParaRPr>
          </a:p>
          <a:p>
            <a:pPr algn="ctr"/>
            <a:endParaRPr lang="en-GB" sz="1200">
              <a:solidFill>
                <a:schemeClr val="tx1"/>
              </a:solidFill>
            </a:endParaRPr>
          </a:p>
        </p:txBody>
      </p:sp>
      <p:sp>
        <p:nvSpPr>
          <p:cNvPr id="7" name="Arrow: Chevron 6">
            <a:extLst>
              <a:ext uri="{FF2B5EF4-FFF2-40B4-BE49-F238E27FC236}">
                <a16:creationId xmlns:a16="http://schemas.microsoft.com/office/drawing/2014/main" id="{7904E927-A8FD-1326-0C4F-60DB837F868A}"/>
              </a:ext>
            </a:extLst>
          </p:cNvPr>
          <p:cNvSpPr/>
          <p:nvPr/>
        </p:nvSpPr>
        <p:spPr>
          <a:xfrm>
            <a:off x="1093683" y="1620318"/>
            <a:ext cx="1339453" cy="360000"/>
          </a:xfrm>
          <a:prstGeom prst="chevron">
            <a:avLst/>
          </a:prstGeom>
          <a:solidFill>
            <a:srgbClr val="3F6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solidFill>
                  <a:schemeClr val="bg1"/>
                </a:solidFill>
              </a:rPr>
              <a:t>1</a:t>
            </a:r>
          </a:p>
        </p:txBody>
      </p:sp>
      <p:sp>
        <p:nvSpPr>
          <p:cNvPr id="8" name="Rectangle 7">
            <a:extLst>
              <a:ext uri="{FF2B5EF4-FFF2-40B4-BE49-F238E27FC236}">
                <a16:creationId xmlns:a16="http://schemas.microsoft.com/office/drawing/2014/main" id="{66370DF0-F80B-ED1B-A2AB-136DC598B410}"/>
              </a:ext>
            </a:extLst>
          </p:cNvPr>
          <p:cNvSpPr/>
          <p:nvPr/>
        </p:nvSpPr>
        <p:spPr>
          <a:xfrm>
            <a:off x="3020319" y="1803713"/>
            <a:ext cx="1797924" cy="3466122"/>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1600">
              <a:solidFill>
                <a:schemeClr val="tx1"/>
              </a:solidFill>
            </a:endParaRPr>
          </a:p>
          <a:p>
            <a:pPr algn="ctr"/>
            <a:r>
              <a:rPr lang="en-GB" sz="1600" b="1">
                <a:solidFill>
                  <a:schemeClr val="tx1"/>
                </a:solidFill>
              </a:rPr>
              <a:t>Infrastructure Development and Basic Services</a:t>
            </a:r>
          </a:p>
          <a:p>
            <a:pPr algn="ctr"/>
            <a:endParaRPr lang="en-GB" sz="800" b="1">
              <a:solidFill>
                <a:schemeClr val="tx1"/>
              </a:solidFill>
            </a:endParaRPr>
          </a:p>
          <a:p>
            <a:pPr algn="ctr"/>
            <a:endParaRPr lang="en-GB" sz="800">
              <a:solidFill>
                <a:schemeClr val="tx1"/>
              </a:solidFill>
            </a:endParaRPr>
          </a:p>
          <a:p>
            <a:pPr algn="ctr"/>
            <a:endParaRPr lang="en-GB" sz="800">
              <a:solidFill>
                <a:schemeClr val="tx1"/>
              </a:solidFill>
            </a:endParaRPr>
          </a:p>
          <a:p>
            <a:r>
              <a:rPr lang="en-GB" sz="1400">
                <a:solidFill>
                  <a:schemeClr val="tx1"/>
                </a:solidFill>
              </a:rPr>
              <a:t>&gt; Water Distribution</a:t>
            </a:r>
          </a:p>
          <a:p>
            <a:r>
              <a:rPr lang="en-GB" sz="1400">
                <a:solidFill>
                  <a:schemeClr val="tx1"/>
                </a:solidFill>
              </a:rPr>
              <a:t>   and Sanitation</a:t>
            </a:r>
          </a:p>
          <a:p>
            <a:r>
              <a:rPr lang="en-GB" sz="1400">
                <a:solidFill>
                  <a:schemeClr val="tx1"/>
                </a:solidFill>
              </a:rPr>
              <a:t>   Facilities</a:t>
            </a:r>
          </a:p>
          <a:p>
            <a:endParaRPr lang="en-GB" sz="1400">
              <a:solidFill>
                <a:schemeClr val="tx1"/>
              </a:solidFill>
            </a:endParaRPr>
          </a:p>
          <a:p>
            <a:r>
              <a:rPr lang="en-GB" sz="1400">
                <a:solidFill>
                  <a:schemeClr val="tx1"/>
                </a:solidFill>
              </a:rPr>
              <a:t>&gt; Public Transport and</a:t>
            </a:r>
          </a:p>
          <a:p>
            <a:r>
              <a:rPr lang="en-GB" sz="1400">
                <a:solidFill>
                  <a:schemeClr val="tx1"/>
                </a:solidFill>
              </a:rPr>
              <a:t>   Connectivity</a:t>
            </a:r>
          </a:p>
          <a:p>
            <a:endParaRPr lang="en-GB" sz="1400">
              <a:solidFill>
                <a:schemeClr val="tx1"/>
              </a:solidFill>
            </a:endParaRPr>
          </a:p>
          <a:p>
            <a:r>
              <a:rPr lang="en-GB" sz="1400">
                <a:solidFill>
                  <a:schemeClr val="tx1"/>
                </a:solidFill>
              </a:rPr>
              <a:t>&gt; Resilient Housing</a:t>
            </a:r>
          </a:p>
          <a:p>
            <a:pPr algn="ctr"/>
            <a:endParaRPr lang="en-GB">
              <a:solidFill>
                <a:schemeClr val="tx1"/>
              </a:solidFill>
            </a:endParaRPr>
          </a:p>
        </p:txBody>
      </p:sp>
      <p:sp>
        <p:nvSpPr>
          <p:cNvPr id="9" name="Arrow: Chevron 8">
            <a:extLst>
              <a:ext uri="{FF2B5EF4-FFF2-40B4-BE49-F238E27FC236}">
                <a16:creationId xmlns:a16="http://schemas.microsoft.com/office/drawing/2014/main" id="{A4C7DA40-E815-104B-A4C1-231EDB8AD75F}"/>
              </a:ext>
            </a:extLst>
          </p:cNvPr>
          <p:cNvSpPr/>
          <p:nvPr/>
        </p:nvSpPr>
        <p:spPr>
          <a:xfrm>
            <a:off x="3272028" y="1620318"/>
            <a:ext cx="1339453" cy="360000"/>
          </a:xfrm>
          <a:prstGeom prst="chevron">
            <a:avLst/>
          </a:prstGeom>
          <a:solidFill>
            <a:srgbClr val="8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solidFill>
                  <a:schemeClr val="bg1"/>
                </a:solidFill>
              </a:rPr>
              <a:t>2</a:t>
            </a:r>
          </a:p>
        </p:txBody>
      </p:sp>
      <p:sp>
        <p:nvSpPr>
          <p:cNvPr id="10" name="Rectangle 9">
            <a:extLst>
              <a:ext uri="{FF2B5EF4-FFF2-40B4-BE49-F238E27FC236}">
                <a16:creationId xmlns:a16="http://schemas.microsoft.com/office/drawing/2014/main" id="{D07D7210-B143-9C1D-76F0-B4A94D7E1905}"/>
              </a:ext>
            </a:extLst>
          </p:cNvPr>
          <p:cNvSpPr/>
          <p:nvPr/>
        </p:nvSpPr>
        <p:spPr>
          <a:xfrm>
            <a:off x="5198664" y="1803713"/>
            <a:ext cx="1797924" cy="3466122"/>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1600">
              <a:solidFill>
                <a:schemeClr val="tx1"/>
              </a:solidFill>
            </a:endParaRPr>
          </a:p>
          <a:p>
            <a:pPr algn="ctr"/>
            <a:r>
              <a:rPr lang="en-GB" sz="1600" b="1">
                <a:solidFill>
                  <a:schemeClr val="tx1"/>
                </a:solidFill>
              </a:rPr>
              <a:t>Private Sector Involvement</a:t>
            </a:r>
          </a:p>
          <a:p>
            <a:pPr algn="ctr"/>
            <a:endParaRPr lang="en-GB" sz="800" b="1">
              <a:solidFill>
                <a:schemeClr val="tx1"/>
              </a:solidFill>
            </a:endParaRPr>
          </a:p>
          <a:p>
            <a:pPr algn="ctr"/>
            <a:endParaRPr lang="en-GB" sz="800" b="1">
              <a:solidFill>
                <a:schemeClr val="tx1"/>
              </a:solidFill>
            </a:endParaRPr>
          </a:p>
          <a:p>
            <a:pPr algn="ctr"/>
            <a:endParaRPr lang="en-GB" sz="800">
              <a:solidFill>
                <a:schemeClr val="tx1"/>
              </a:solidFill>
            </a:endParaRPr>
          </a:p>
          <a:p>
            <a:pPr algn="ctr"/>
            <a:endParaRPr lang="en-GB" sz="800">
              <a:solidFill>
                <a:schemeClr val="tx1"/>
              </a:solidFill>
            </a:endParaRPr>
          </a:p>
          <a:p>
            <a:pPr algn="ctr"/>
            <a:endParaRPr lang="en-GB" sz="800">
              <a:solidFill>
                <a:schemeClr val="tx1"/>
              </a:solidFill>
            </a:endParaRPr>
          </a:p>
          <a:p>
            <a:r>
              <a:rPr lang="en-GB" sz="1400">
                <a:solidFill>
                  <a:schemeClr val="tx1"/>
                </a:solidFill>
              </a:rPr>
              <a:t>&gt; Microfinance for</a:t>
            </a:r>
          </a:p>
          <a:p>
            <a:r>
              <a:rPr lang="en-GB" sz="1400">
                <a:solidFill>
                  <a:schemeClr val="tx1"/>
                </a:solidFill>
              </a:rPr>
              <a:t>   Slum Dwellers</a:t>
            </a:r>
          </a:p>
          <a:p>
            <a:endParaRPr lang="en-GB" sz="1400">
              <a:solidFill>
                <a:schemeClr val="tx1"/>
              </a:solidFill>
            </a:endParaRPr>
          </a:p>
          <a:p>
            <a:r>
              <a:rPr lang="en-GB" sz="1400">
                <a:solidFill>
                  <a:schemeClr val="tx1"/>
                </a:solidFill>
              </a:rPr>
              <a:t>&gt; Public-Private</a:t>
            </a:r>
          </a:p>
          <a:p>
            <a:r>
              <a:rPr lang="en-GB" sz="1400">
                <a:solidFill>
                  <a:schemeClr val="tx1"/>
                </a:solidFill>
              </a:rPr>
              <a:t>   Partnerships for</a:t>
            </a:r>
          </a:p>
          <a:p>
            <a:r>
              <a:rPr lang="en-GB" sz="1400">
                <a:solidFill>
                  <a:schemeClr val="tx1"/>
                </a:solidFill>
              </a:rPr>
              <a:t>   Affordable Housing</a:t>
            </a:r>
          </a:p>
          <a:p>
            <a:r>
              <a:rPr lang="en-GB" sz="1400">
                <a:solidFill>
                  <a:schemeClr val="tx1"/>
                </a:solidFill>
              </a:rPr>
              <a:t>   Solutions</a:t>
            </a:r>
          </a:p>
        </p:txBody>
      </p:sp>
      <p:sp>
        <p:nvSpPr>
          <p:cNvPr id="11" name="Arrow: Chevron 10">
            <a:extLst>
              <a:ext uri="{FF2B5EF4-FFF2-40B4-BE49-F238E27FC236}">
                <a16:creationId xmlns:a16="http://schemas.microsoft.com/office/drawing/2014/main" id="{373AFF3C-0BD7-E69B-13AD-C365DA5AD826}"/>
              </a:ext>
            </a:extLst>
          </p:cNvPr>
          <p:cNvSpPr/>
          <p:nvPr/>
        </p:nvSpPr>
        <p:spPr>
          <a:xfrm>
            <a:off x="5450373" y="1620318"/>
            <a:ext cx="1339453" cy="360000"/>
          </a:xfrm>
          <a:prstGeom prst="chevron">
            <a:avLst/>
          </a:prstGeom>
          <a:solidFill>
            <a:srgbClr val="7C91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solidFill>
                  <a:schemeClr val="bg1"/>
                </a:solidFill>
              </a:rPr>
              <a:t>3</a:t>
            </a:r>
          </a:p>
        </p:txBody>
      </p:sp>
      <p:sp>
        <p:nvSpPr>
          <p:cNvPr id="17" name="Rectangle 16">
            <a:extLst>
              <a:ext uri="{FF2B5EF4-FFF2-40B4-BE49-F238E27FC236}">
                <a16:creationId xmlns:a16="http://schemas.microsoft.com/office/drawing/2014/main" id="{A6E00A3D-2941-402A-A8BB-7D24F9D9A5F2}"/>
              </a:ext>
            </a:extLst>
          </p:cNvPr>
          <p:cNvSpPr/>
          <p:nvPr/>
        </p:nvSpPr>
        <p:spPr>
          <a:xfrm>
            <a:off x="7373757" y="1803713"/>
            <a:ext cx="1797924" cy="3466122"/>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1600">
              <a:solidFill>
                <a:schemeClr val="tx1"/>
              </a:solidFill>
            </a:endParaRPr>
          </a:p>
          <a:p>
            <a:pPr algn="ctr"/>
            <a:r>
              <a:rPr lang="en-GB" sz="1600" b="1">
                <a:solidFill>
                  <a:schemeClr val="tx1"/>
                </a:solidFill>
              </a:rPr>
              <a:t>Social and Community Programs</a:t>
            </a:r>
          </a:p>
          <a:p>
            <a:pPr algn="ctr"/>
            <a:endParaRPr lang="en-GB" sz="800">
              <a:solidFill>
                <a:schemeClr val="tx1"/>
              </a:solidFill>
            </a:endParaRPr>
          </a:p>
          <a:p>
            <a:pPr algn="ctr"/>
            <a:endParaRPr lang="en-GB" sz="800">
              <a:solidFill>
                <a:schemeClr val="tx1"/>
              </a:solidFill>
            </a:endParaRPr>
          </a:p>
          <a:p>
            <a:pPr algn="ctr"/>
            <a:endParaRPr lang="en-GB" sz="800">
              <a:solidFill>
                <a:schemeClr val="tx1"/>
              </a:solidFill>
            </a:endParaRPr>
          </a:p>
          <a:p>
            <a:r>
              <a:rPr lang="en-GB" sz="1400">
                <a:solidFill>
                  <a:schemeClr val="tx1"/>
                </a:solidFill>
              </a:rPr>
              <a:t>&gt; Education and Skill</a:t>
            </a:r>
          </a:p>
          <a:p>
            <a:r>
              <a:rPr lang="en-GB" sz="1400">
                <a:solidFill>
                  <a:schemeClr val="tx1"/>
                </a:solidFill>
              </a:rPr>
              <a:t>   Development</a:t>
            </a:r>
          </a:p>
          <a:p>
            <a:endParaRPr lang="en-GB" sz="1400">
              <a:solidFill>
                <a:schemeClr val="tx1"/>
              </a:solidFill>
            </a:endParaRPr>
          </a:p>
          <a:p>
            <a:r>
              <a:rPr lang="en-GB" sz="1400">
                <a:solidFill>
                  <a:schemeClr val="tx1"/>
                </a:solidFill>
              </a:rPr>
              <a:t>&gt; Healthcare Access</a:t>
            </a:r>
          </a:p>
          <a:p>
            <a:endParaRPr lang="en-GB" sz="1400">
              <a:solidFill>
                <a:schemeClr val="tx1"/>
              </a:solidFill>
            </a:endParaRPr>
          </a:p>
          <a:p>
            <a:r>
              <a:rPr lang="en-GB" sz="1400">
                <a:solidFill>
                  <a:schemeClr val="tx1"/>
                </a:solidFill>
              </a:rPr>
              <a:t>&gt; Community-Based</a:t>
            </a:r>
          </a:p>
          <a:p>
            <a:r>
              <a:rPr lang="en-GB" sz="1400">
                <a:solidFill>
                  <a:schemeClr val="tx1"/>
                </a:solidFill>
              </a:rPr>
              <a:t>   Development</a:t>
            </a:r>
          </a:p>
        </p:txBody>
      </p:sp>
      <p:sp>
        <p:nvSpPr>
          <p:cNvPr id="18" name="Arrow: Chevron 17">
            <a:extLst>
              <a:ext uri="{FF2B5EF4-FFF2-40B4-BE49-F238E27FC236}">
                <a16:creationId xmlns:a16="http://schemas.microsoft.com/office/drawing/2014/main" id="{2DDE8CB2-657A-D6ED-F3BA-FE2CB141D731}"/>
              </a:ext>
            </a:extLst>
          </p:cNvPr>
          <p:cNvSpPr/>
          <p:nvPr/>
        </p:nvSpPr>
        <p:spPr>
          <a:xfrm>
            <a:off x="7628718" y="1620318"/>
            <a:ext cx="1339453" cy="360000"/>
          </a:xfrm>
          <a:prstGeom prst="chevron">
            <a:avLst/>
          </a:prstGeom>
          <a:solidFill>
            <a:srgbClr val="6B76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solidFill>
                  <a:schemeClr val="bg1"/>
                </a:solidFill>
              </a:rPr>
              <a:t>4</a:t>
            </a:r>
          </a:p>
        </p:txBody>
      </p:sp>
      <p:sp>
        <p:nvSpPr>
          <p:cNvPr id="20" name="Rectangle 19">
            <a:extLst>
              <a:ext uri="{FF2B5EF4-FFF2-40B4-BE49-F238E27FC236}">
                <a16:creationId xmlns:a16="http://schemas.microsoft.com/office/drawing/2014/main" id="{83DE64BE-5145-E628-D603-7A94052CD457}"/>
              </a:ext>
            </a:extLst>
          </p:cNvPr>
          <p:cNvSpPr/>
          <p:nvPr/>
        </p:nvSpPr>
        <p:spPr>
          <a:xfrm>
            <a:off x="9552102" y="1803713"/>
            <a:ext cx="1797924" cy="3466122"/>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1600">
              <a:solidFill>
                <a:schemeClr val="tx1"/>
              </a:solidFill>
            </a:endParaRPr>
          </a:p>
          <a:p>
            <a:pPr algn="ctr"/>
            <a:r>
              <a:rPr lang="en-GB" sz="1600" b="1">
                <a:solidFill>
                  <a:schemeClr val="tx1"/>
                </a:solidFill>
              </a:rPr>
              <a:t>Preventing Future Slum Growth</a:t>
            </a:r>
          </a:p>
          <a:p>
            <a:pPr algn="ctr"/>
            <a:endParaRPr lang="en-GB" sz="800">
              <a:solidFill>
                <a:schemeClr val="tx1"/>
              </a:solidFill>
            </a:endParaRPr>
          </a:p>
          <a:p>
            <a:pPr algn="ctr"/>
            <a:endParaRPr lang="en-GB" sz="800">
              <a:solidFill>
                <a:schemeClr val="tx1"/>
              </a:solidFill>
            </a:endParaRPr>
          </a:p>
          <a:p>
            <a:pPr algn="ctr"/>
            <a:endParaRPr lang="en-GB" sz="800">
              <a:solidFill>
                <a:schemeClr val="tx1"/>
              </a:solidFill>
            </a:endParaRPr>
          </a:p>
          <a:p>
            <a:pPr algn="ctr"/>
            <a:endParaRPr lang="en-GB" sz="800">
              <a:solidFill>
                <a:schemeClr val="tx1"/>
              </a:solidFill>
            </a:endParaRPr>
          </a:p>
          <a:p>
            <a:pPr algn="ctr"/>
            <a:endParaRPr lang="en-GB" sz="800">
              <a:solidFill>
                <a:schemeClr val="tx1"/>
              </a:solidFill>
            </a:endParaRPr>
          </a:p>
          <a:p>
            <a:r>
              <a:rPr lang="en-GB" sz="1400">
                <a:solidFill>
                  <a:schemeClr val="tx1"/>
                </a:solidFill>
              </a:rPr>
              <a:t>&gt; Job Creation in</a:t>
            </a:r>
          </a:p>
          <a:p>
            <a:r>
              <a:rPr lang="en-GB" sz="1400">
                <a:solidFill>
                  <a:schemeClr val="tx1"/>
                </a:solidFill>
              </a:rPr>
              <a:t>   Rural Areas</a:t>
            </a:r>
          </a:p>
          <a:p>
            <a:endParaRPr lang="en-GB" sz="1400">
              <a:solidFill>
                <a:schemeClr val="tx1"/>
              </a:solidFill>
            </a:endParaRPr>
          </a:p>
          <a:p>
            <a:r>
              <a:rPr lang="en-GB" sz="1400">
                <a:solidFill>
                  <a:schemeClr val="tx1"/>
                </a:solidFill>
              </a:rPr>
              <a:t>&gt; Sustainable Urban</a:t>
            </a:r>
          </a:p>
          <a:p>
            <a:r>
              <a:rPr lang="en-GB" sz="1400">
                <a:solidFill>
                  <a:schemeClr val="tx1"/>
                </a:solidFill>
              </a:rPr>
              <a:t>   Expansion</a:t>
            </a:r>
          </a:p>
        </p:txBody>
      </p:sp>
      <p:sp>
        <p:nvSpPr>
          <p:cNvPr id="21" name="Arrow: Chevron 20">
            <a:extLst>
              <a:ext uri="{FF2B5EF4-FFF2-40B4-BE49-F238E27FC236}">
                <a16:creationId xmlns:a16="http://schemas.microsoft.com/office/drawing/2014/main" id="{05A6221F-C96D-E5BA-036D-F37757EB3E20}"/>
              </a:ext>
            </a:extLst>
          </p:cNvPr>
          <p:cNvSpPr/>
          <p:nvPr/>
        </p:nvSpPr>
        <p:spPr>
          <a:xfrm>
            <a:off x="9803811" y="1620318"/>
            <a:ext cx="1339453" cy="360000"/>
          </a:xfrm>
          <a:prstGeom prst="chevron">
            <a:avLst/>
          </a:prstGeom>
          <a:solidFill>
            <a:srgbClr val="5C5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solidFill>
                  <a:schemeClr val="bg1"/>
                </a:solidFill>
              </a:rPr>
              <a:t>5</a:t>
            </a:r>
          </a:p>
        </p:txBody>
      </p:sp>
    </p:spTree>
    <p:extLst>
      <p:ext uri="{BB962C8B-B14F-4D97-AF65-F5344CB8AC3E}">
        <p14:creationId xmlns:p14="http://schemas.microsoft.com/office/powerpoint/2010/main" val="83513669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6343A"/>
        </a:solidFill>
        <a:effectLst/>
      </p:bgPr>
    </p:bg>
    <p:spTree>
      <p:nvGrpSpPr>
        <p:cNvPr id="1" name="">
          <a:extLst>
            <a:ext uri="{FF2B5EF4-FFF2-40B4-BE49-F238E27FC236}">
              <a16:creationId xmlns:a16="http://schemas.microsoft.com/office/drawing/2014/main" id="{63EB188A-2A47-7D44-3AB5-3B80EEA8D6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BD754D-EC89-9B35-C9FD-5D88502EB4CE}"/>
              </a:ext>
            </a:extLst>
          </p:cNvPr>
          <p:cNvSpPr txBox="1"/>
          <p:nvPr/>
        </p:nvSpPr>
        <p:spPr>
          <a:xfrm>
            <a:off x="320805" y="306152"/>
            <a:ext cx="5295356" cy="523220"/>
          </a:xfrm>
          <a:prstGeom prst="rect">
            <a:avLst/>
          </a:prstGeom>
          <a:noFill/>
        </p:spPr>
        <p:txBody>
          <a:bodyPr wrap="square" rtlCol="0">
            <a:spAutoFit/>
          </a:bodyPr>
          <a:lstStyle/>
          <a:p>
            <a:r>
              <a:rPr lang="en-GB" sz="2800" b="1">
                <a:solidFill>
                  <a:schemeClr val="bg1"/>
                </a:solidFill>
                <a:latin typeface="+mj-lt"/>
              </a:rPr>
              <a:t>How We Solve the Problem</a:t>
            </a:r>
          </a:p>
        </p:txBody>
      </p:sp>
      <p:sp>
        <p:nvSpPr>
          <p:cNvPr id="7" name="Rectangle 6">
            <a:extLst>
              <a:ext uri="{FF2B5EF4-FFF2-40B4-BE49-F238E27FC236}">
                <a16:creationId xmlns:a16="http://schemas.microsoft.com/office/drawing/2014/main" id="{A1789392-88F5-BB4B-ABF1-4D946D21E48D}"/>
              </a:ext>
            </a:extLst>
          </p:cNvPr>
          <p:cNvSpPr/>
          <p:nvPr/>
        </p:nvSpPr>
        <p:spPr>
          <a:xfrm>
            <a:off x="395483" y="2201749"/>
            <a:ext cx="2332433" cy="3692027"/>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endParaRPr lang="en-GB" sz="1600">
              <a:solidFill>
                <a:schemeClr val="tx1"/>
              </a:solidFill>
            </a:endParaRPr>
          </a:p>
          <a:p>
            <a:endParaRPr lang="en-GB" sz="1400">
              <a:solidFill>
                <a:schemeClr val="tx1"/>
              </a:solidFill>
            </a:endParaRPr>
          </a:p>
          <a:p>
            <a:r>
              <a:rPr lang="en-GB" sz="1200">
                <a:solidFill>
                  <a:schemeClr val="tx1"/>
                </a:solidFill>
              </a:rPr>
              <a:t>A Smart Housing Allocation Application that utilizes real-time data analysis and AI-driven insights to optimize urban planning in Dhaka.</a:t>
            </a:r>
          </a:p>
          <a:p>
            <a:endParaRPr lang="en-GB" sz="1200">
              <a:solidFill>
                <a:schemeClr val="tx1"/>
              </a:solidFill>
            </a:endParaRPr>
          </a:p>
          <a:p>
            <a:r>
              <a:rPr lang="en-GB" sz="1200">
                <a:solidFill>
                  <a:schemeClr val="tx1"/>
                </a:solidFill>
              </a:rPr>
              <a:t>The app will analyse population distribution, housing costs, land availability, and proximity to essential services (healthcare, education, transport, and workplaces) to recommend the best locations for new affordable housing projects and relocation programs.</a:t>
            </a:r>
          </a:p>
          <a:p>
            <a:pPr algn="ctr"/>
            <a:endParaRPr lang="en-GB" sz="1600"/>
          </a:p>
        </p:txBody>
      </p:sp>
      <p:sp>
        <p:nvSpPr>
          <p:cNvPr id="28" name="Arrow: Chevron 27">
            <a:extLst>
              <a:ext uri="{FF2B5EF4-FFF2-40B4-BE49-F238E27FC236}">
                <a16:creationId xmlns:a16="http://schemas.microsoft.com/office/drawing/2014/main" id="{D9D96457-9ED3-F00D-5E77-C90559BD4E19}"/>
              </a:ext>
            </a:extLst>
          </p:cNvPr>
          <p:cNvSpPr/>
          <p:nvPr/>
        </p:nvSpPr>
        <p:spPr>
          <a:xfrm>
            <a:off x="530634" y="2018161"/>
            <a:ext cx="2063175" cy="360000"/>
          </a:xfrm>
          <a:prstGeom prst="chevron">
            <a:avLst/>
          </a:prstGeom>
          <a:solidFill>
            <a:srgbClr val="284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solidFill>
                  <a:schemeClr val="bg1"/>
                </a:solidFill>
              </a:rPr>
              <a:t>Our Solution</a:t>
            </a:r>
          </a:p>
        </p:txBody>
      </p:sp>
      <p:sp>
        <p:nvSpPr>
          <p:cNvPr id="30" name="Rectangle 29">
            <a:extLst>
              <a:ext uri="{FF2B5EF4-FFF2-40B4-BE49-F238E27FC236}">
                <a16:creationId xmlns:a16="http://schemas.microsoft.com/office/drawing/2014/main" id="{4955D375-4B7A-6F18-31B3-08EFB4D4C539}"/>
              </a:ext>
            </a:extLst>
          </p:cNvPr>
          <p:cNvSpPr/>
          <p:nvPr/>
        </p:nvSpPr>
        <p:spPr>
          <a:xfrm>
            <a:off x="4625344" y="475749"/>
            <a:ext cx="7219372" cy="2697374"/>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1400"/>
          </a:p>
          <a:p>
            <a:r>
              <a:rPr lang="en-GB" sz="1200">
                <a:solidFill>
                  <a:schemeClr val="tx1"/>
                </a:solidFill>
              </a:rPr>
              <a:t>&gt; Data Collection and Analysis: The app gathers data from satellite imagery, government records, mobile network activity and crowdsourced user reports</a:t>
            </a:r>
          </a:p>
          <a:p>
            <a:endParaRPr lang="en-GB" sz="800">
              <a:solidFill>
                <a:schemeClr val="tx1"/>
              </a:solidFill>
            </a:endParaRPr>
          </a:p>
          <a:p>
            <a:r>
              <a:rPr lang="en-GB" sz="1200">
                <a:solidFill>
                  <a:schemeClr val="tx1"/>
                </a:solidFill>
              </a:rPr>
              <a:t>&gt; AI-Driven Recommendations: AI algorithms process the data to identify underutilised areas suitable for development</a:t>
            </a:r>
          </a:p>
          <a:p>
            <a:endParaRPr lang="en-GB" sz="800">
              <a:solidFill>
                <a:schemeClr val="tx1"/>
              </a:solidFill>
            </a:endParaRPr>
          </a:p>
          <a:p>
            <a:r>
              <a:rPr lang="en-GB" sz="1200">
                <a:solidFill>
                  <a:schemeClr val="tx1"/>
                </a:solidFill>
              </a:rPr>
              <a:t>&gt; Relocation Assistance: The app suggests affordable housing options near workplaces and social services to help slum dwellers relocate</a:t>
            </a:r>
          </a:p>
          <a:p>
            <a:endParaRPr lang="en-GB" sz="800">
              <a:solidFill>
                <a:schemeClr val="tx1"/>
              </a:solidFill>
            </a:endParaRPr>
          </a:p>
          <a:p>
            <a:r>
              <a:rPr lang="en-GB" sz="1200">
                <a:solidFill>
                  <a:schemeClr val="tx1"/>
                </a:solidFill>
              </a:rPr>
              <a:t>&gt; Government and Developer Dashboard: Provides real-time insights for policymakers, investors and developers on where to build new housing</a:t>
            </a:r>
          </a:p>
          <a:p>
            <a:endParaRPr lang="en-GB" sz="800">
              <a:solidFill>
                <a:schemeClr val="tx1"/>
              </a:solidFill>
            </a:endParaRPr>
          </a:p>
          <a:p>
            <a:r>
              <a:rPr lang="en-GB" sz="1200">
                <a:solidFill>
                  <a:schemeClr val="tx1"/>
                </a:solidFill>
              </a:rPr>
              <a:t>&gt; User Interface: A simple mobile and web-based platform where users can check housing options and government aid programs</a:t>
            </a:r>
          </a:p>
        </p:txBody>
      </p:sp>
      <p:sp>
        <p:nvSpPr>
          <p:cNvPr id="31" name="Arrow: Chevron 30">
            <a:extLst>
              <a:ext uri="{FF2B5EF4-FFF2-40B4-BE49-F238E27FC236}">
                <a16:creationId xmlns:a16="http://schemas.microsoft.com/office/drawing/2014/main" id="{A9AB8496-CED1-ED79-346E-26B77B871ACC}"/>
              </a:ext>
            </a:extLst>
          </p:cNvPr>
          <p:cNvSpPr/>
          <p:nvPr/>
        </p:nvSpPr>
        <p:spPr>
          <a:xfrm>
            <a:off x="4760496" y="269289"/>
            <a:ext cx="2063175" cy="360000"/>
          </a:xfrm>
          <a:prstGeom prst="chevron">
            <a:avLst/>
          </a:prstGeom>
          <a:solidFill>
            <a:srgbClr val="3F6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solidFill>
                  <a:schemeClr val="bg1"/>
                </a:solidFill>
              </a:rPr>
              <a:t>How It Works</a:t>
            </a:r>
          </a:p>
        </p:txBody>
      </p:sp>
      <p:sp>
        <p:nvSpPr>
          <p:cNvPr id="36" name="Rectangle 35">
            <a:extLst>
              <a:ext uri="{FF2B5EF4-FFF2-40B4-BE49-F238E27FC236}">
                <a16:creationId xmlns:a16="http://schemas.microsoft.com/office/drawing/2014/main" id="{034D57A5-C712-9C33-C40C-4BEE4A468D7D}"/>
              </a:ext>
            </a:extLst>
          </p:cNvPr>
          <p:cNvSpPr/>
          <p:nvPr/>
        </p:nvSpPr>
        <p:spPr>
          <a:xfrm>
            <a:off x="4444317" y="5091747"/>
            <a:ext cx="6552609" cy="1509964"/>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1400"/>
          </a:p>
          <a:p>
            <a:r>
              <a:rPr lang="en-GB" sz="1200">
                <a:solidFill>
                  <a:schemeClr val="tx1"/>
                </a:solidFill>
              </a:rPr>
              <a:t>&gt; Government Authorities: Helps with urban planning and housing policies</a:t>
            </a:r>
          </a:p>
          <a:p>
            <a:endParaRPr lang="en-GB" sz="800">
              <a:solidFill>
                <a:schemeClr val="tx1"/>
              </a:solidFill>
            </a:endParaRPr>
          </a:p>
          <a:p>
            <a:r>
              <a:rPr lang="en-GB" sz="1200">
                <a:solidFill>
                  <a:schemeClr val="tx1"/>
                </a:solidFill>
              </a:rPr>
              <a:t>&gt; Developers: Identifies strategic locations for cost-effective housing constructions</a:t>
            </a:r>
          </a:p>
          <a:p>
            <a:endParaRPr lang="en-GB" sz="800">
              <a:solidFill>
                <a:schemeClr val="tx1"/>
              </a:solidFill>
            </a:endParaRPr>
          </a:p>
          <a:p>
            <a:r>
              <a:rPr lang="en-GB" sz="1200">
                <a:solidFill>
                  <a:schemeClr val="tx1"/>
                </a:solidFill>
              </a:rPr>
              <a:t>&gt; Population: Finds housing options that fit their budget and are close to workplaces and social services</a:t>
            </a:r>
          </a:p>
        </p:txBody>
      </p:sp>
      <p:sp>
        <p:nvSpPr>
          <p:cNvPr id="37" name="Arrow: Chevron 36">
            <a:extLst>
              <a:ext uri="{FF2B5EF4-FFF2-40B4-BE49-F238E27FC236}">
                <a16:creationId xmlns:a16="http://schemas.microsoft.com/office/drawing/2014/main" id="{AF875F23-90DE-C5EB-1541-4DF2C8E4A7E7}"/>
              </a:ext>
            </a:extLst>
          </p:cNvPr>
          <p:cNvSpPr/>
          <p:nvPr/>
        </p:nvSpPr>
        <p:spPr>
          <a:xfrm>
            <a:off x="4579470" y="4885286"/>
            <a:ext cx="1882511" cy="360000"/>
          </a:xfrm>
          <a:prstGeom prst="chevron">
            <a:avLst/>
          </a:prstGeom>
          <a:solidFill>
            <a:srgbClr val="575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solidFill>
                  <a:schemeClr val="bg1"/>
                </a:solidFill>
              </a:rPr>
              <a:t>Target Public</a:t>
            </a:r>
          </a:p>
        </p:txBody>
      </p:sp>
      <p:grpSp>
        <p:nvGrpSpPr>
          <p:cNvPr id="35" name="Group 34">
            <a:extLst>
              <a:ext uri="{FF2B5EF4-FFF2-40B4-BE49-F238E27FC236}">
                <a16:creationId xmlns:a16="http://schemas.microsoft.com/office/drawing/2014/main" id="{FF67A958-CB17-C9AF-FF0C-9854B2AACB29}"/>
              </a:ext>
            </a:extLst>
          </p:cNvPr>
          <p:cNvGrpSpPr/>
          <p:nvPr/>
        </p:nvGrpSpPr>
        <p:grpSpPr>
          <a:xfrm>
            <a:off x="2095056" y="2448150"/>
            <a:ext cx="3265145" cy="3187322"/>
            <a:chOff x="2600046" y="2326710"/>
            <a:chExt cx="3265145" cy="3187322"/>
          </a:xfrm>
        </p:grpSpPr>
        <p:grpSp>
          <p:nvGrpSpPr>
            <p:cNvPr id="29" name="Group 28">
              <a:extLst>
                <a:ext uri="{FF2B5EF4-FFF2-40B4-BE49-F238E27FC236}">
                  <a16:creationId xmlns:a16="http://schemas.microsoft.com/office/drawing/2014/main" id="{E793D140-CD47-1083-794D-D546F7A08C1A}"/>
                </a:ext>
              </a:extLst>
            </p:cNvPr>
            <p:cNvGrpSpPr/>
            <p:nvPr/>
          </p:nvGrpSpPr>
          <p:grpSpPr>
            <a:xfrm rot="19808517">
              <a:off x="2600046" y="2326710"/>
              <a:ext cx="3265145" cy="3187322"/>
              <a:chOff x="5186829" y="1073511"/>
              <a:chExt cx="3265145" cy="3187322"/>
            </a:xfrm>
          </p:grpSpPr>
          <p:sp>
            <p:nvSpPr>
              <p:cNvPr id="9" name="Parallelogram 8">
                <a:extLst>
                  <a:ext uri="{FF2B5EF4-FFF2-40B4-BE49-F238E27FC236}">
                    <a16:creationId xmlns:a16="http://schemas.microsoft.com/office/drawing/2014/main" id="{8DDF7C15-E64C-8A7D-08B1-C02A93FFFF08}"/>
                  </a:ext>
                </a:extLst>
              </p:cNvPr>
              <p:cNvSpPr/>
              <p:nvPr/>
            </p:nvSpPr>
            <p:spPr>
              <a:xfrm flipV="1">
                <a:off x="6740818" y="1073511"/>
                <a:ext cx="1711156" cy="2127925"/>
              </a:xfrm>
              <a:prstGeom prst="parallelogram">
                <a:avLst>
                  <a:gd name="adj" fmla="val 72086"/>
                </a:avLst>
              </a:prstGeom>
              <a:solidFill>
                <a:srgbClr val="3F6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Parallelogram 9">
                <a:extLst>
                  <a:ext uri="{FF2B5EF4-FFF2-40B4-BE49-F238E27FC236}">
                    <a16:creationId xmlns:a16="http://schemas.microsoft.com/office/drawing/2014/main" id="{4A5068D6-645B-7529-9E54-A6801E8696CA}"/>
                  </a:ext>
                </a:extLst>
              </p:cNvPr>
              <p:cNvSpPr/>
              <p:nvPr/>
            </p:nvSpPr>
            <p:spPr>
              <a:xfrm rot="7200000" flipV="1">
                <a:off x="6244086" y="2341293"/>
                <a:ext cx="1711157" cy="2127924"/>
              </a:xfrm>
              <a:prstGeom prst="parallelogram">
                <a:avLst>
                  <a:gd name="adj" fmla="val 72086"/>
                </a:avLst>
              </a:prstGeom>
              <a:solidFill>
                <a:srgbClr val="575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Parallelogram 10">
                <a:extLst>
                  <a:ext uri="{FF2B5EF4-FFF2-40B4-BE49-F238E27FC236}">
                    <a16:creationId xmlns:a16="http://schemas.microsoft.com/office/drawing/2014/main" id="{121937A0-D12D-763C-5E38-FEB932279654}"/>
                  </a:ext>
                </a:extLst>
              </p:cNvPr>
              <p:cNvSpPr/>
              <p:nvPr/>
            </p:nvSpPr>
            <p:spPr>
              <a:xfrm rot="14400000" flipV="1">
                <a:off x="5395212" y="1284147"/>
                <a:ext cx="1711157" cy="2127924"/>
              </a:xfrm>
              <a:prstGeom prst="parallelogram">
                <a:avLst>
                  <a:gd name="adj" fmla="val 72086"/>
                </a:avLst>
              </a:prstGeom>
              <a:solidFill>
                <a:srgbClr val="284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Isosceles Triangle 11">
                <a:extLst>
                  <a:ext uri="{FF2B5EF4-FFF2-40B4-BE49-F238E27FC236}">
                    <a16:creationId xmlns:a16="http://schemas.microsoft.com/office/drawing/2014/main" id="{C32EC278-5437-BDD3-2CD9-BEC6F78E1E0D}"/>
                  </a:ext>
                </a:extLst>
              </p:cNvPr>
              <p:cNvSpPr/>
              <p:nvPr/>
            </p:nvSpPr>
            <p:spPr>
              <a:xfrm flipV="1">
                <a:off x="6627411" y="3200681"/>
                <a:ext cx="770091" cy="663872"/>
              </a:xfrm>
              <a:prstGeom prst="triangle">
                <a:avLst/>
              </a:prstGeom>
              <a:solidFill>
                <a:srgbClr val="8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Isosceles Triangle 12">
                <a:extLst>
                  <a:ext uri="{FF2B5EF4-FFF2-40B4-BE49-F238E27FC236}">
                    <a16:creationId xmlns:a16="http://schemas.microsoft.com/office/drawing/2014/main" id="{2CB191CE-171A-52EA-31BB-87FD0C513491}"/>
                  </a:ext>
                </a:extLst>
              </p:cNvPr>
              <p:cNvSpPr/>
              <p:nvPr/>
            </p:nvSpPr>
            <p:spPr>
              <a:xfrm rot="7200000" flipV="1">
                <a:off x="5842297" y="1800384"/>
                <a:ext cx="770091" cy="663872"/>
              </a:xfrm>
              <a:prstGeom prst="triangle">
                <a:avLst/>
              </a:prstGeom>
              <a:solidFill>
                <a:srgbClr val="6B76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rgbClr val="284C1C"/>
                  </a:solidFill>
                </a:endParaRPr>
              </a:p>
            </p:txBody>
          </p:sp>
          <p:sp>
            <p:nvSpPr>
              <p:cNvPr id="14" name="Isosceles Triangle 13">
                <a:extLst>
                  <a:ext uri="{FF2B5EF4-FFF2-40B4-BE49-F238E27FC236}">
                    <a16:creationId xmlns:a16="http://schemas.microsoft.com/office/drawing/2014/main" id="{1ADC8FF1-2A11-56FA-0F6F-866427BEC54C}"/>
                  </a:ext>
                </a:extLst>
              </p:cNvPr>
              <p:cNvSpPr/>
              <p:nvPr/>
            </p:nvSpPr>
            <p:spPr>
              <a:xfrm rot="7200000" flipV="1">
                <a:off x="7166003" y="1805537"/>
                <a:ext cx="770091" cy="663872"/>
              </a:xfrm>
              <a:prstGeom prst="triangle">
                <a:avLst/>
              </a:prstGeom>
              <a:solidFill>
                <a:srgbClr val="7C91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rgbClr val="284C1C"/>
                  </a:solidFill>
                </a:endParaRPr>
              </a:p>
            </p:txBody>
          </p:sp>
        </p:grpSp>
        <p:sp>
          <p:nvSpPr>
            <p:cNvPr id="15" name="TextBox 14">
              <a:extLst>
                <a:ext uri="{FF2B5EF4-FFF2-40B4-BE49-F238E27FC236}">
                  <a16:creationId xmlns:a16="http://schemas.microsoft.com/office/drawing/2014/main" id="{495A588F-5F29-007D-34D1-B5A9A891ACAD}"/>
                </a:ext>
              </a:extLst>
            </p:cNvPr>
            <p:cNvSpPr txBox="1"/>
            <p:nvPr/>
          </p:nvSpPr>
          <p:spPr>
            <a:xfrm>
              <a:off x="3387028" y="3522189"/>
              <a:ext cx="267980" cy="319942"/>
            </a:xfrm>
            <a:prstGeom prst="rect">
              <a:avLst/>
            </a:prstGeom>
            <a:noFill/>
          </p:spPr>
          <p:txBody>
            <a:bodyPr wrap="square" rtlCol="0">
              <a:spAutoFit/>
            </a:bodyPr>
            <a:lstStyle/>
            <a:p>
              <a:r>
                <a:rPr lang="en-GB" sz="2400">
                  <a:solidFill>
                    <a:schemeClr val="bg1"/>
                  </a:solidFill>
                </a:rPr>
                <a:t>A</a:t>
              </a:r>
            </a:p>
          </p:txBody>
        </p:sp>
        <p:sp>
          <p:nvSpPr>
            <p:cNvPr id="17" name="TextBox 16">
              <a:extLst>
                <a:ext uri="{FF2B5EF4-FFF2-40B4-BE49-F238E27FC236}">
                  <a16:creationId xmlns:a16="http://schemas.microsoft.com/office/drawing/2014/main" id="{4A2345EF-353F-7136-4642-0B33A93D5D42}"/>
                </a:ext>
              </a:extLst>
            </p:cNvPr>
            <p:cNvSpPr txBox="1"/>
            <p:nvPr/>
          </p:nvSpPr>
          <p:spPr>
            <a:xfrm>
              <a:off x="4586811" y="4236740"/>
              <a:ext cx="267980" cy="319942"/>
            </a:xfrm>
            <a:prstGeom prst="rect">
              <a:avLst/>
            </a:prstGeom>
            <a:noFill/>
          </p:spPr>
          <p:txBody>
            <a:bodyPr wrap="square" rtlCol="0">
              <a:spAutoFit/>
            </a:bodyPr>
            <a:lstStyle/>
            <a:p>
              <a:r>
                <a:rPr lang="en-GB" sz="2400">
                  <a:solidFill>
                    <a:schemeClr val="bg1"/>
                  </a:solidFill>
                </a:rPr>
                <a:t>C</a:t>
              </a:r>
            </a:p>
          </p:txBody>
        </p:sp>
        <p:sp>
          <p:nvSpPr>
            <p:cNvPr id="16" name="TextBox 15">
              <a:extLst>
                <a:ext uri="{FF2B5EF4-FFF2-40B4-BE49-F238E27FC236}">
                  <a16:creationId xmlns:a16="http://schemas.microsoft.com/office/drawing/2014/main" id="{3DC8E753-2FA7-A917-E0AF-9E380DDF4136}"/>
                </a:ext>
              </a:extLst>
            </p:cNvPr>
            <p:cNvSpPr txBox="1"/>
            <p:nvPr/>
          </p:nvSpPr>
          <p:spPr>
            <a:xfrm>
              <a:off x="4564222" y="2866882"/>
              <a:ext cx="267980" cy="319942"/>
            </a:xfrm>
            <a:prstGeom prst="rect">
              <a:avLst/>
            </a:prstGeom>
            <a:noFill/>
          </p:spPr>
          <p:txBody>
            <a:bodyPr wrap="square" rtlCol="0">
              <a:spAutoFit/>
            </a:bodyPr>
            <a:lstStyle/>
            <a:p>
              <a:r>
                <a:rPr lang="en-GB" sz="2400">
                  <a:solidFill>
                    <a:schemeClr val="bg1"/>
                  </a:solidFill>
                </a:rPr>
                <a:t>B</a:t>
              </a:r>
            </a:p>
          </p:txBody>
        </p:sp>
      </p:grpSp>
      <p:grpSp>
        <p:nvGrpSpPr>
          <p:cNvPr id="6" name="Group 5">
            <a:extLst>
              <a:ext uri="{FF2B5EF4-FFF2-40B4-BE49-F238E27FC236}">
                <a16:creationId xmlns:a16="http://schemas.microsoft.com/office/drawing/2014/main" id="{7E4CE98C-65EE-1026-9A5E-6177CF5F1E24}"/>
              </a:ext>
            </a:extLst>
          </p:cNvPr>
          <p:cNvGrpSpPr/>
          <p:nvPr/>
        </p:nvGrpSpPr>
        <p:grpSpPr>
          <a:xfrm>
            <a:off x="10295887" y="3945182"/>
            <a:ext cx="1672389" cy="2639960"/>
            <a:chOff x="4647678" y="1512518"/>
            <a:chExt cx="2534174" cy="4000354"/>
          </a:xfrm>
        </p:grpSpPr>
        <p:sp>
          <p:nvSpPr>
            <p:cNvPr id="39" name="Rectangle: Rounded Corners 38">
              <a:extLst>
                <a:ext uri="{FF2B5EF4-FFF2-40B4-BE49-F238E27FC236}">
                  <a16:creationId xmlns:a16="http://schemas.microsoft.com/office/drawing/2014/main" id="{2E903533-895D-4B55-1A77-256CA7569240}"/>
                </a:ext>
              </a:extLst>
            </p:cNvPr>
            <p:cNvSpPr/>
            <p:nvPr/>
          </p:nvSpPr>
          <p:spPr>
            <a:xfrm>
              <a:off x="5349784" y="4978109"/>
              <a:ext cx="1143000" cy="146050"/>
            </a:xfrm>
            <a:prstGeom prst="roundRect">
              <a:avLst>
                <a:gd name="adj" fmla="val 50000"/>
              </a:avLst>
            </a:prstGeom>
            <a:solidFill>
              <a:srgbClr val="E8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0" name="Rectangle: Rounded Corners 39">
              <a:extLst>
                <a:ext uri="{FF2B5EF4-FFF2-40B4-BE49-F238E27FC236}">
                  <a16:creationId xmlns:a16="http://schemas.microsoft.com/office/drawing/2014/main" id="{1499F239-F58B-70AB-3F05-DD94D0BBB983}"/>
                </a:ext>
              </a:extLst>
            </p:cNvPr>
            <p:cNvSpPr/>
            <p:nvPr/>
          </p:nvSpPr>
          <p:spPr>
            <a:xfrm>
              <a:off x="5449267" y="5184472"/>
              <a:ext cx="946150" cy="153470"/>
            </a:xfrm>
            <a:prstGeom prst="roundRect">
              <a:avLst>
                <a:gd name="adj" fmla="val 50000"/>
              </a:avLst>
            </a:prstGeom>
            <a:solidFill>
              <a:srgbClr val="E8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1" name="Partial Circle 40">
              <a:extLst>
                <a:ext uri="{FF2B5EF4-FFF2-40B4-BE49-F238E27FC236}">
                  <a16:creationId xmlns:a16="http://schemas.microsoft.com/office/drawing/2014/main" id="{691BE3A1-028C-08C0-1C51-827588DB933D}"/>
                </a:ext>
              </a:extLst>
            </p:cNvPr>
            <p:cNvSpPr/>
            <p:nvPr/>
          </p:nvSpPr>
          <p:spPr>
            <a:xfrm>
              <a:off x="5547692" y="5280793"/>
              <a:ext cx="744537" cy="232079"/>
            </a:xfrm>
            <a:prstGeom prst="pie">
              <a:avLst>
                <a:gd name="adj1" fmla="val 21561696"/>
                <a:gd name="adj2" fmla="val 10759542"/>
              </a:avLst>
            </a:prstGeom>
            <a:solidFill>
              <a:srgbClr val="E8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chemeClr val="tx1"/>
                </a:solidFill>
              </a:endParaRPr>
            </a:p>
          </p:txBody>
        </p:sp>
        <p:sp>
          <p:nvSpPr>
            <p:cNvPr id="47" name="Free-form: Shape 46">
              <a:extLst>
                <a:ext uri="{FF2B5EF4-FFF2-40B4-BE49-F238E27FC236}">
                  <a16:creationId xmlns:a16="http://schemas.microsoft.com/office/drawing/2014/main" id="{BCB66580-172B-931D-72B4-11D8A07821B7}"/>
                </a:ext>
              </a:extLst>
            </p:cNvPr>
            <p:cNvSpPr/>
            <p:nvPr/>
          </p:nvSpPr>
          <p:spPr>
            <a:xfrm>
              <a:off x="5921284" y="1515835"/>
              <a:ext cx="1260568" cy="2550836"/>
            </a:xfrm>
            <a:custGeom>
              <a:avLst/>
              <a:gdLst>
                <a:gd name="connsiteX0" fmla="*/ 1269 w 1260568"/>
                <a:gd name="connsiteY0" fmla="*/ 0 h 2550836"/>
                <a:gd name="connsiteX1" fmla="*/ 128886 w 1260568"/>
                <a:gd name="connsiteY1" fmla="*/ 6444 h 2550836"/>
                <a:gd name="connsiteX2" fmla="*/ 1260568 w 1260568"/>
                <a:gd name="connsiteY2" fmla="*/ 1260504 h 2550836"/>
                <a:gd name="connsiteX3" fmla="*/ 1108424 w 1260568"/>
                <a:gd name="connsiteY3" fmla="*/ 1861365 h 2550836"/>
                <a:gd name="connsiteX4" fmla="*/ 1077499 w 1260568"/>
                <a:gd name="connsiteY4" fmla="*/ 1912270 h 2550836"/>
                <a:gd name="connsiteX5" fmla="*/ 1079113 w 1260568"/>
                <a:gd name="connsiteY5" fmla="*/ 1912464 h 2550836"/>
                <a:gd name="connsiteX6" fmla="*/ 1074390 w 1260568"/>
                <a:gd name="connsiteY6" fmla="*/ 1917387 h 2550836"/>
                <a:gd name="connsiteX7" fmla="*/ 1045283 w 1260568"/>
                <a:gd name="connsiteY7" fmla="*/ 1965299 h 2550836"/>
                <a:gd name="connsiteX8" fmla="*/ 891356 w 1260568"/>
                <a:gd name="connsiteY8" fmla="*/ 2151860 h 2550836"/>
                <a:gd name="connsiteX9" fmla="*/ 879843 w 1260568"/>
                <a:gd name="connsiteY9" fmla="*/ 2162324 h 2550836"/>
                <a:gd name="connsiteX10" fmla="*/ 860540 w 1260568"/>
                <a:gd name="connsiteY10" fmla="*/ 2196769 h 2550836"/>
                <a:gd name="connsiteX11" fmla="*/ 520740 w 1260568"/>
                <a:gd name="connsiteY11" fmla="*/ 2196769 h 2550836"/>
                <a:gd name="connsiteX12" fmla="*/ 513120 w 1260568"/>
                <a:gd name="connsiteY12" fmla="*/ 2204389 h 2550836"/>
                <a:gd name="connsiteX13" fmla="*/ 513120 w 1260568"/>
                <a:gd name="connsiteY13" fmla="*/ 2206050 h 2550836"/>
                <a:gd name="connsiteX14" fmla="*/ 484427 w 1260568"/>
                <a:gd name="connsiteY14" fmla="*/ 2239201 h 2550836"/>
                <a:gd name="connsiteX15" fmla="*/ 520026 w 1260568"/>
                <a:gd name="connsiteY15" fmla="*/ 2421703 h 2550836"/>
                <a:gd name="connsiteX16" fmla="*/ 372704 w 1260568"/>
                <a:gd name="connsiteY16" fmla="*/ 2550829 h 2550836"/>
                <a:gd name="connsiteX17" fmla="*/ 227561 w 1260568"/>
                <a:gd name="connsiteY17" fmla="*/ 2419429 h 2550836"/>
                <a:gd name="connsiteX18" fmla="*/ 265355 w 1260568"/>
                <a:gd name="connsiteY18" fmla="*/ 2237201 h 2550836"/>
                <a:gd name="connsiteX19" fmla="*/ 236294 w 1260568"/>
                <a:gd name="connsiteY19" fmla="*/ 2202592 h 2550836"/>
                <a:gd name="connsiteX20" fmla="*/ 235043 w 1260568"/>
                <a:gd name="connsiteY20" fmla="*/ 2204456 h 2550836"/>
                <a:gd name="connsiteX21" fmla="*/ 235043 w 1260568"/>
                <a:gd name="connsiteY21" fmla="*/ 2204389 h 2550836"/>
                <a:gd name="connsiteX22" fmla="*/ 227423 w 1260568"/>
                <a:gd name="connsiteY22" fmla="*/ 2196769 h 2550836"/>
                <a:gd name="connsiteX23" fmla="*/ 0 w 1260568"/>
                <a:gd name="connsiteY23" fmla="*/ 2196769 h 2550836"/>
                <a:gd name="connsiteX24" fmla="*/ 0 w 1260568"/>
                <a:gd name="connsiteY24" fmla="*/ 1600345 h 2550836"/>
                <a:gd name="connsiteX25" fmla="*/ 4207 w 1260568"/>
                <a:gd name="connsiteY25" fmla="*/ 1603088 h 2550836"/>
                <a:gd name="connsiteX26" fmla="*/ 185069 w 1260568"/>
                <a:gd name="connsiteY26" fmla="*/ 1618824 h 2550836"/>
                <a:gd name="connsiteX27" fmla="*/ 344572 w 1260568"/>
                <a:gd name="connsiteY27" fmla="*/ 1432231 h 2550836"/>
                <a:gd name="connsiteX28" fmla="*/ 188075 w 1260568"/>
                <a:gd name="connsiteY28" fmla="*/ 1242938 h 2550836"/>
                <a:gd name="connsiteX29" fmla="*/ 7248 w 1260568"/>
                <a:gd name="connsiteY29" fmla="*/ 1256391 h 2550836"/>
                <a:gd name="connsiteX30" fmla="*/ 1269 w 1260568"/>
                <a:gd name="connsiteY30" fmla="*/ 1260165 h 2550836"/>
                <a:gd name="connsiteX31" fmla="*/ 1269 w 1260568"/>
                <a:gd name="connsiteY31" fmla="*/ 0 h 255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60568" h="2550836">
                  <a:moveTo>
                    <a:pt x="1269" y="0"/>
                  </a:moveTo>
                  <a:lnTo>
                    <a:pt x="128886" y="6444"/>
                  </a:lnTo>
                  <a:cubicBezTo>
                    <a:pt x="764535" y="70998"/>
                    <a:pt x="1260568" y="607824"/>
                    <a:pt x="1260568" y="1260504"/>
                  </a:cubicBezTo>
                  <a:cubicBezTo>
                    <a:pt x="1260568" y="1478064"/>
                    <a:pt x="1205453" y="1682751"/>
                    <a:pt x="1108424" y="1861365"/>
                  </a:cubicBezTo>
                  <a:lnTo>
                    <a:pt x="1077499" y="1912270"/>
                  </a:lnTo>
                  <a:lnTo>
                    <a:pt x="1079113" y="1912464"/>
                  </a:lnTo>
                  <a:lnTo>
                    <a:pt x="1074390" y="1917387"/>
                  </a:lnTo>
                  <a:lnTo>
                    <a:pt x="1045283" y="1965299"/>
                  </a:lnTo>
                  <a:cubicBezTo>
                    <a:pt x="999976" y="2032362"/>
                    <a:pt x="948386" y="2094831"/>
                    <a:pt x="891356" y="2151860"/>
                  </a:cubicBezTo>
                  <a:lnTo>
                    <a:pt x="879843" y="2162324"/>
                  </a:lnTo>
                  <a:lnTo>
                    <a:pt x="860540" y="2196769"/>
                  </a:lnTo>
                  <a:lnTo>
                    <a:pt x="520740" y="2196769"/>
                  </a:lnTo>
                  <a:cubicBezTo>
                    <a:pt x="516532" y="2196769"/>
                    <a:pt x="513120" y="2200181"/>
                    <a:pt x="513120" y="2204389"/>
                  </a:cubicBezTo>
                  <a:lnTo>
                    <a:pt x="513120" y="2206050"/>
                  </a:lnTo>
                  <a:lnTo>
                    <a:pt x="484427" y="2239201"/>
                  </a:lnTo>
                  <a:cubicBezTo>
                    <a:pt x="523047" y="2287665"/>
                    <a:pt x="536689" y="2357604"/>
                    <a:pt x="520026" y="2421703"/>
                  </a:cubicBezTo>
                  <a:cubicBezTo>
                    <a:pt x="499900" y="2499121"/>
                    <a:pt x="440071" y="2551560"/>
                    <a:pt x="372704" y="2550829"/>
                  </a:cubicBezTo>
                  <a:cubicBezTo>
                    <a:pt x="305626" y="2550101"/>
                    <a:pt x="246772" y="2496820"/>
                    <a:pt x="227561" y="2419429"/>
                  </a:cubicBezTo>
                  <a:cubicBezTo>
                    <a:pt x="211551" y="2354934"/>
                    <a:pt x="226043" y="2285060"/>
                    <a:pt x="265355" y="2237201"/>
                  </a:cubicBezTo>
                  <a:lnTo>
                    <a:pt x="236294" y="2202592"/>
                  </a:lnTo>
                  <a:lnTo>
                    <a:pt x="235043" y="2204456"/>
                  </a:lnTo>
                  <a:lnTo>
                    <a:pt x="235043" y="2204389"/>
                  </a:lnTo>
                  <a:cubicBezTo>
                    <a:pt x="235043" y="2200181"/>
                    <a:pt x="231631" y="2196769"/>
                    <a:pt x="227423" y="2196769"/>
                  </a:cubicBezTo>
                  <a:lnTo>
                    <a:pt x="0" y="2196769"/>
                  </a:lnTo>
                  <a:lnTo>
                    <a:pt x="0" y="1600345"/>
                  </a:lnTo>
                  <a:lnTo>
                    <a:pt x="4207" y="1603088"/>
                  </a:lnTo>
                  <a:cubicBezTo>
                    <a:pt x="58603" y="1629286"/>
                    <a:pt x="123987" y="1635601"/>
                    <a:pt x="185069" y="1618824"/>
                  </a:cubicBezTo>
                  <a:cubicBezTo>
                    <a:pt x="279343" y="1592932"/>
                    <a:pt x="343685" y="1517662"/>
                    <a:pt x="344572" y="1432231"/>
                  </a:cubicBezTo>
                  <a:cubicBezTo>
                    <a:pt x="345462" y="1346499"/>
                    <a:pt x="282256" y="1270047"/>
                    <a:pt x="188075" y="1242938"/>
                  </a:cubicBezTo>
                  <a:cubicBezTo>
                    <a:pt x="127372" y="1225465"/>
                    <a:pt x="62008" y="1230948"/>
                    <a:pt x="7248" y="1256391"/>
                  </a:cubicBezTo>
                  <a:lnTo>
                    <a:pt x="1269" y="1260165"/>
                  </a:lnTo>
                  <a:lnTo>
                    <a:pt x="1269" y="0"/>
                  </a:lnTo>
                  <a:close/>
                </a:path>
              </a:pathLst>
            </a:custGeom>
            <a:solidFill>
              <a:srgbClr val="6B7665"/>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46" name="Free-form: Shape 45">
              <a:extLst>
                <a:ext uri="{FF2B5EF4-FFF2-40B4-BE49-F238E27FC236}">
                  <a16:creationId xmlns:a16="http://schemas.microsoft.com/office/drawing/2014/main" id="{84BA08B5-0128-3B32-DD18-3F84C2542091}"/>
                </a:ext>
              </a:extLst>
            </p:cNvPr>
            <p:cNvSpPr/>
            <p:nvPr/>
          </p:nvSpPr>
          <p:spPr>
            <a:xfrm>
              <a:off x="4647678" y="1512518"/>
              <a:ext cx="1560414" cy="2194588"/>
            </a:xfrm>
            <a:custGeom>
              <a:avLst/>
              <a:gdLst>
                <a:gd name="connsiteX0" fmla="*/ 1216118 w 1560414"/>
                <a:gd name="connsiteY0" fmla="*/ 0 h 2194588"/>
                <a:gd name="connsiteX1" fmla="*/ 1216118 w 1560414"/>
                <a:gd name="connsiteY1" fmla="*/ 1285903 h 2194588"/>
                <a:gd name="connsiteX2" fmla="*/ 1223738 w 1560414"/>
                <a:gd name="connsiteY2" fmla="*/ 1293523 h 2194588"/>
                <a:gd name="connsiteX3" fmla="*/ 1225364 w 1560414"/>
                <a:gd name="connsiteY3" fmla="*/ 1293523 h 2194588"/>
                <a:gd name="connsiteX4" fmla="*/ 1250865 w 1560414"/>
                <a:gd name="connsiteY4" fmla="*/ 1316295 h 2194588"/>
                <a:gd name="connsiteX5" fmla="*/ 1432475 w 1560414"/>
                <a:gd name="connsiteY5" fmla="*/ 1282648 h 2194588"/>
                <a:gd name="connsiteX6" fmla="*/ 1560406 w 1560414"/>
                <a:gd name="connsiteY6" fmla="*/ 1429703 h 2194588"/>
                <a:gd name="connsiteX7" fmla="*/ 1430124 w 1560414"/>
                <a:gd name="connsiteY7" fmla="*/ 1574518 h 2194588"/>
                <a:gd name="connsiteX8" fmla="*/ 1248778 w 1560414"/>
                <a:gd name="connsiteY8" fmla="*/ 1538622 h 2194588"/>
                <a:gd name="connsiteX9" fmla="*/ 1214607 w 1560414"/>
                <a:gd name="connsiteY9" fmla="*/ 1568198 h 2194588"/>
                <a:gd name="connsiteX10" fmla="*/ 1216238 w 1560414"/>
                <a:gd name="connsiteY10" fmla="*/ 1569261 h 2194588"/>
                <a:gd name="connsiteX11" fmla="*/ 1214849 w 1560414"/>
                <a:gd name="connsiteY11" fmla="*/ 1570650 h 2194588"/>
                <a:gd name="connsiteX12" fmla="*/ 1214849 w 1560414"/>
                <a:gd name="connsiteY12" fmla="*/ 2194588 h 2194588"/>
                <a:gd name="connsiteX13" fmla="*/ 950284 w 1560414"/>
                <a:gd name="connsiteY13" fmla="*/ 2194588 h 2194588"/>
                <a:gd name="connsiteX14" fmla="*/ 954477 w 1560414"/>
                <a:gd name="connsiteY14" fmla="*/ 2188170 h 2194588"/>
                <a:gd name="connsiteX15" fmla="*/ 970899 w 1560414"/>
                <a:gd name="connsiteY15" fmla="*/ 2008674 h 2194588"/>
                <a:gd name="connsiteX16" fmla="*/ 788025 w 1560414"/>
                <a:gd name="connsiteY16" fmla="*/ 1847481 h 2194588"/>
                <a:gd name="connsiteX17" fmla="*/ 596128 w 1560414"/>
                <a:gd name="connsiteY17" fmla="*/ 1998550 h 2194588"/>
                <a:gd name="connsiteX18" fmla="*/ 604930 w 1560414"/>
                <a:gd name="connsiteY18" fmla="*/ 2177868 h 2194588"/>
                <a:gd name="connsiteX19" fmla="*/ 611058 w 1560414"/>
                <a:gd name="connsiteY19" fmla="*/ 2188328 h 2194588"/>
                <a:gd name="connsiteX20" fmla="*/ 398346 w 1560414"/>
                <a:gd name="connsiteY20" fmla="*/ 2188328 h 2194588"/>
                <a:gd name="connsiteX21" fmla="*/ 384446 w 1560414"/>
                <a:gd name="connsiteY21" fmla="*/ 2163524 h 2194588"/>
                <a:gd name="connsiteX22" fmla="*/ 369212 w 1560414"/>
                <a:gd name="connsiteY22" fmla="*/ 2149679 h 2194588"/>
                <a:gd name="connsiteX23" fmla="*/ 0 w 1560414"/>
                <a:gd name="connsiteY23" fmla="*/ 1258323 h 2194588"/>
                <a:gd name="connsiteX24" fmla="*/ 1131682 w 1560414"/>
                <a:gd name="connsiteY24" fmla="*/ 4263 h 2194588"/>
                <a:gd name="connsiteX25" fmla="*/ 1216118 w 1560414"/>
                <a:gd name="connsiteY25" fmla="*/ 0 h 219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60414" h="2194588">
                  <a:moveTo>
                    <a:pt x="1216118" y="0"/>
                  </a:moveTo>
                  <a:lnTo>
                    <a:pt x="1216118" y="1285903"/>
                  </a:lnTo>
                  <a:cubicBezTo>
                    <a:pt x="1216118" y="1290111"/>
                    <a:pt x="1219530" y="1293523"/>
                    <a:pt x="1223738" y="1293523"/>
                  </a:cubicBezTo>
                  <a:lnTo>
                    <a:pt x="1225364" y="1293523"/>
                  </a:lnTo>
                  <a:lnTo>
                    <a:pt x="1250865" y="1316295"/>
                  </a:lnTo>
                  <a:cubicBezTo>
                    <a:pt x="1299624" y="1278635"/>
                    <a:pt x="1369066" y="1265770"/>
                    <a:pt x="1432475" y="1282648"/>
                  </a:cubicBezTo>
                  <a:cubicBezTo>
                    <a:pt x="1509305" y="1303098"/>
                    <a:pt x="1561158" y="1362703"/>
                    <a:pt x="1560406" y="1429703"/>
                  </a:cubicBezTo>
                  <a:cubicBezTo>
                    <a:pt x="1559657" y="1496406"/>
                    <a:pt x="1506934" y="1555010"/>
                    <a:pt x="1430124" y="1574518"/>
                  </a:cubicBezTo>
                  <a:cubicBezTo>
                    <a:pt x="1366309" y="1590726"/>
                    <a:pt x="1296929" y="1576993"/>
                    <a:pt x="1248778" y="1538622"/>
                  </a:cubicBezTo>
                  <a:lnTo>
                    <a:pt x="1214607" y="1568198"/>
                  </a:lnTo>
                  <a:lnTo>
                    <a:pt x="1216238" y="1569261"/>
                  </a:lnTo>
                  <a:lnTo>
                    <a:pt x="1214849" y="1570650"/>
                  </a:lnTo>
                  <a:lnTo>
                    <a:pt x="1214849" y="2194588"/>
                  </a:lnTo>
                  <a:lnTo>
                    <a:pt x="950284" y="2194588"/>
                  </a:lnTo>
                  <a:lnTo>
                    <a:pt x="954477" y="2188170"/>
                  </a:lnTo>
                  <a:cubicBezTo>
                    <a:pt x="980579" y="2134241"/>
                    <a:pt x="987116" y="2069432"/>
                    <a:pt x="970899" y="2008674"/>
                  </a:cubicBezTo>
                  <a:cubicBezTo>
                    <a:pt x="945954" y="1915211"/>
                    <a:pt x="872469" y="1850438"/>
                    <a:pt x="788025" y="1847481"/>
                  </a:cubicBezTo>
                  <a:cubicBezTo>
                    <a:pt x="702577" y="1844489"/>
                    <a:pt x="625151" y="1905442"/>
                    <a:pt x="596128" y="1998550"/>
                  </a:cubicBezTo>
                  <a:cubicBezTo>
                    <a:pt x="577586" y="2058036"/>
                    <a:pt x="581355" y="2122761"/>
                    <a:pt x="604930" y="2177868"/>
                  </a:cubicBezTo>
                  <a:lnTo>
                    <a:pt x="611058" y="2188328"/>
                  </a:lnTo>
                  <a:lnTo>
                    <a:pt x="398346" y="2188328"/>
                  </a:lnTo>
                  <a:lnTo>
                    <a:pt x="384446" y="2163524"/>
                  </a:lnTo>
                  <a:lnTo>
                    <a:pt x="369212" y="2149679"/>
                  </a:lnTo>
                  <a:cubicBezTo>
                    <a:pt x="141094" y="1921561"/>
                    <a:pt x="0" y="1606419"/>
                    <a:pt x="0" y="1258323"/>
                  </a:cubicBezTo>
                  <a:cubicBezTo>
                    <a:pt x="0" y="605643"/>
                    <a:pt x="496034" y="68817"/>
                    <a:pt x="1131682" y="4263"/>
                  </a:cubicBezTo>
                  <a:lnTo>
                    <a:pt x="1216118" y="0"/>
                  </a:lnTo>
                  <a:close/>
                </a:path>
              </a:pathLst>
            </a:custGeom>
            <a:solidFill>
              <a:srgbClr val="3F6457"/>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45" name="Free-form: Shape 44">
              <a:extLst>
                <a:ext uri="{FF2B5EF4-FFF2-40B4-BE49-F238E27FC236}">
                  <a16:creationId xmlns:a16="http://schemas.microsoft.com/office/drawing/2014/main" id="{2CE4BFC5-0979-798E-CA19-265EA7CB939E}"/>
                </a:ext>
              </a:extLst>
            </p:cNvPr>
            <p:cNvSpPr/>
            <p:nvPr/>
          </p:nvSpPr>
          <p:spPr>
            <a:xfrm>
              <a:off x="5074638" y="3409640"/>
              <a:ext cx="1671520" cy="1478232"/>
            </a:xfrm>
            <a:custGeom>
              <a:avLst/>
              <a:gdLst>
                <a:gd name="connsiteX0" fmla="*/ 362889 w 1671520"/>
                <a:gd name="connsiteY0" fmla="*/ 92 h 1478232"/>
                <a:gd name="connsiteX1" fmla="*/ 504673 w 1671520"/>
                <a:gd name="connsiteY1" fmla="*/ 131686 h 1478232"/>
                <a:gd name="connsiteX2" fmla="*/ 468428 w 1671520"/>
                <a:gd name="connsiteY2" fmla="*/ 311637 h 1478232"/>
                <a:gd name="connsiteX3" fmla="*/ 486531 w 1671520"/>
                <a:gd name="connsiteY3" fmla="*/ 332553 h 1478232"/>
                <a:gd name="connsiteX4" fmla="*/ 486531 w 1671520"/>
                <a:gd name="connsiteY4" fmla="*/ 340576 h 1478232"/>
                <a:gd name="connsiteX5" fmla="*/ 494151 w 1671520"/>
                <a:gd name="connsiteY5" fmla="*/ 348196 h 1478232"/>
                <a:gd name="connsiteX6" fmla="*/ 1046115 w 1671520"/>
                <a:gd name="connsiteY6" fmla="*/ 348196 h 1478232"/>
                <a:gd name="connsiteX7" fmla="*/ 1039315 w 1671520"/>
                <a:gd name="connsiteY7" fmla="*/ 358326 h 1478232"/>
                <a:gd name="connsiteX8" fmla="*/ 1021929 w 1671520"/>
                <a:gd name="connsiteY8" fmla="*/ 540338 h 1478232"/>
                <a:gd name="connsiteX9" fmla="*/ 1208970 w 1671520"/>
                <a:gd name="connsiteY9" fmla="*/ 701272 h 1478232"/>
                <a:gd name="connsiteX10" fmla="*/ 1398638 w 1671520"/>
                <a:gd name="connsiteY10" fmla="*/ 543247 h 1478232"/>
                <a:gd name="connsiteX11" fmla="*/ 1383480 w 1671520"/>
                <a:gd name="connsiteY11" fmla="*/ 361254 h 1478232"/>
                <a:gd name="connsiteX12" fmla="*/ 1374982 w 1671520"/>
                <a:gd name="connsiteY12" fmla="*/ 348196 h 1478232"/>
                <a:gd name="connsiteX13" fmla="*/ 1671520 w 1671520"/>
                <a:gd name="connsiteY13" fmla="*/ 348196 h 1478232"/>
                <a:gd name="connsiteX14" fmla="*/ 1646162 w 1671520"/>
                <a:gd name="connsiteY14" fmla="*/ 393445 h 1478232"/>
                <a:gd name="connsiteX15" fmla="*/ 1573099 w 1671520"/>
                <a:gd name="connsiteY15" fmla="*/ 560031 h 1478232"/>
                <a:gd name="connsiteX16" fmla="*/ 1494535 w 1671520"/>
                <a:gd name="connsiteY16" fmla="*/ 817447 h 1478232"/>
                <a:gd name="connsiteX17" fmla="*/ 1477951 w 1671520"/>
                <a:gd name="connsiteY17" fmla="*/ 907123 h 1478232"/>
                <a:gd name="connsiteX18" fmla="*/ 1477951 w 1671520"/>
                <a:gd name="connsiteY18" fmla="*/ 1272911 h 1478232"/>
                <a:gd name="connsiteX19" fmla="*/ 1272630 w 1671520"/>
                <a:gd name="connsiteY19" fmla="*/ 1478232 h 1478232"/>
                <a:gd name="connsiteX20" fmla="*/ 400572 w 1671520"/>
                <a:gd name="connsiteY20" fmla="*/ 1478232 h 1478232"/>
                <a:gd name="connsiteX21" fmla="*/ 195251 w 1671520"/>
                <a:gd name="connsiteY21" fmla="*/ 1272911 h 1478232"/>
                <a:gd name="connsiteX22" fmla="*/ 195251 w 1671520"/>
                <a:gd name="connsiteY22" fmla="*/ 897249 h 1478232"/>
                <a:gd name="connsiteX23" fmla="*/ 180493 w 1671520"/>
                <a:gd name="connsiteY23" fmla="*/ 817448 h 1478232"/>
                <a:gd name="connsiteX24" fmla="*/ 101929 w 1671520"/>
                <a:gd name="connsiteY24" fmla="*/ 560032 h 1478232"/>
                <a:gd name="connsiteX25" fmla="*/ 28866 w 1671520"/>
                <a:gd name="connsiteY25" fmla="*/ 393446 h 1478232"/>
                <a:gd name="connsiteX26" fmla="*/ 0 w 1671520"/>
                <a:gd name="connsiteY26" fmla="*/ 341936 h 1478232"/>
                <a:gd name="connsiteX27" fmla="*/ 213124 w 1671520"/>
                <a:gd name="connsiteY27" fmla="*/ 341936 h 1478232"/>
                <a:gd name="connsiteX28" fmla="*/ 220744 w 1671520"/>
                <a:gd name="connsiteY28" fmla="*/ 334316 h 1478232"/>
                <a:gd name="connsiteX29" fmla="*/ 220744 w 1671520"/>
                <a:gd name="connsiteY29" fmla="*/ 327019 h 1478232"/>
                <a:gd name="connsiteX30" fmla="*/ 242361 w 1671520"/>
                <a:gd name="connsiteY30" fmla="*/ 304529 h 1478232"/>
                <a:gd name="connsiteX31" fmla="*/ 213610 w 1671520"/>
                <a:gd name="connsiteY31" fmla="*/ 123763 h 1478232"/>
                <a:gd name="connsiteX32" fmla="*/ 362889 w 1671520"/>
                <a:gd name="connsiteY32" fmla="*/ 92 h 1478232"/>
                <a:gd name="connsiteX33" fmla="*/ 1478264 w 1671520"/>
                <a:gd name="connsiteY33" fmla="*/ 462791 h 1478232"/>
                <a:gd name="connsiteX34" fmla="*/ 1477951 w 1671520"/>
                <a:gd name="connsiteY34" fmla="*/ 463049 h 1478232"/>
                <a:gd name="connsiteX35" fmla="*/ 1477951 w 1671520"/>
                <a:gd name="connsiteY35" fmla="*/ 463517 h 1478232"/>
                <a:gd name="connsiteX36" fmla="*/ 1478264 w 1671520"/>
                <a:gd name="connsiteY36" fmla="*/ 462791 h 1478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71520" h="1478232">
                  <a:moveTo>
                    <a:pt x="362889" y="92"/>
                  </a:moveTo>
                  <a:cubicBezTo>
                    <a:pt x="428762" y="2587"/>
                    <a:pt x="485898" y="55616"/>
                    <a:pt x="504673" y="131686"/>
                  </a:cubicBezTo>
                  <a:cubicBezTo>
                    <a:pt x="520338" y="195154"/>
                    <a:pt x="506499" y="263862"/>
                    <a:pt x="468428" y="311637"/>
                  </a:cubicBezTo>
                  <a:lnTo>
                    <a:pt x="486531" y="332553"/>
                  </a:lnTo>
                  <a:lnTo>
                    <a:pt x="486531" y="340576"/>
                  </a:lnTo>
                  <a:cubicBezTo>
                    <a:pt x="486531" y="344784"/>
                    <a:pt x="489943" y="348196"/>
                    <a:pt x="494151" y="348196"/>
                  </a:cubicBezTo>
                  <a:lnTo>
                    <a:pt x="1046115" y="348196"/>
                  </a:lnTo>
                  <a:lnTo>
                    <a:pt x="1039315" y="358326"/>
                  </a:lnTo>
                  <a:cubicBezTo>
                    <a:pt x="1012300" y="412748"/>
                    <a:pt x="1005362" y="478622"/>
                    <a:pt x="1021929" y="540338"/>
                  </a:cubicBezTo>
                  <a:cubicBezTo>
                    <a:pt x="1047436" y="635358"/>
                    <a:pt x="1123040" y="700409"/>
                    <a:pt x="1208970" y="701272"/>
                  </a:cubicBezTo>
                  <a:cubicBezTo>
                    <a:pt x="1295192" y="702138"/>
                    <a:pt x="1371949" y="638186"/>
                    <a:pt x="1398638" y="543247"/>
                  </a:cubicBezTo>
                  <a:cubicBezTo>
                    <a:pt x="1415884" y="481899"/>
                    <a:pt x="1409758" y="416039"/>
                    <a:pt x="1383480" y="361254"/>
                  </a:cubicBezTo>
                  <a:lnTo>
                    <a:pt x="1374982" y="348196"/>
                  </a:lnTo>
                  <a:lnTo>
                    <a:pt x="1671520" y="348196"/>
                  </a:lnTo>
                  <a:lnTo>
                    <a:pt x="1646162" y="393445"/>
                  </a:lnTo>
                  <a:cubicBezTo>
                    <a:pt x="1619812" y="446460"/>
                    <a:pt x="1595259" y="502303"/>
                    <a:pt x="1573099" y="560031"/>
                  </a:cubicBezTo>
                  <a:cubicBezTo>
                    <a:pt x="1539859" y="646623"/>
                    <a:pt x="1513460" y="733666"/>
                    <a:pt x="1494535" y="817447"/>
                  </a:cubicBezTo>
                  <a:lnTo>
                    <a:pt x="1477951" y="907123"/>
                  </a:lnTo>
                  <a:lnTo>
                    <a:pt x="1477951" y="1272911"/>
                  </a:lnTo>
                  <a:cubicBezTo>
                    <a:pt x="1477951" y="1386307"/>
                    <a:pt x="1386026" y="1478232"/>
                    <a:pt x="1272630" y="1478232"/>
                  </a:cubicBezTo>
                  <a:lnTo>
                    <a:pt x="400572" y="1478232"/>
                  </a:lnTo>
                  <a:cubicBezTo>
                    <a:pt x="287176" y="1478232"/>
                    <a:pt x="195251" y="1386307"/>
                    <a:pt x="195251" y="1272911"/>
                  </a:cubicBezTo>
                  <a:lnTo>
                    <a:pt x="195251" y="897249"/>
                  </a:lnTo>
                  <a:lnTo>
                    <a:pt x="180493" y="817448"/>
                  </a:lnTo>
                  <a:cubicBezTo>
                    <a:pt x="161568" y="733667"/>
                    <a:pt x="135169" y="646624"/>
                    <a:pt x="101929" y="560032"/>
                  </a:cubicBezTo>
                  <a:cubicBezTo>
                    <a:pt x="79770" y="502304"/>
                    <a:pt x="55216" y="446461"/>
                    <a:pt x="28866" y="393446"/>
                  </a:cubicBezTo>
                  <a:lnTo>
                    <a:pt x="0" y="341936"/>
                  </a:lnTo>
                  <a:lnTo>
                    <a:pt x="213124" y="341936"/>
                  </a:lnTo>
                  <a:cubicBezTo>
                    <a:pt x="217332" y="341936"/>
                    <a:pt x="220744" y="338524"/>
                    <a:pt x="220744" y="334316"/>
                  </a:cubicBezTo>
                  <a:lnTo>
                    <a:pt x="220744" y="327019"/>
                  </a:lnTo>
                  <a:lnTo>
                    <a:pt x="242361" y="304529"/>
                  </a:lnTo>
                  <a:cubicBezTo>
                    <a:pt x="206664" y="254775"/>
                    <a:pt x="195705" y="185878"/>
                    <a:pt x="213610" y="123763"/>
                  </a:cubicBezTo>
                  <a:cubicBezTo>
                    <a:pt x="235548" y="47659"/>
                    <a:pt x="296021" y="-2440"/>
                    <a:pt x="362889" y="92"/>
                  </a:cubicBezTo>
                  <a:close/>
                  <a:moveTo>
                    <a:pt x="1478264" y="462791"/>
                  </a:moveTo>
                  <a:lnTo>
                    <a:pt x="1477951" y="463049"/>
                  </a:lnTo>
                  <a:lnTo>
                    <a:pt x="1477951" y="463517"/>
                  </a:lnTo>
                  <a:lnTo>
                    <a:pt x="1478264" y="462791"/>
                  </a:lnTo>
                  <a:close/>
                </a:path>
              </a:pathLst>
            </a:custGeom>
            <a:solidFill>
              <a:srgbClr val="847C6F"/>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43" name="Free-form: Shape 42">
              <a:extLst>
                <a:ext uri="{FF2B5EF4-FFF2-40B4-BE49-F238E27FC236}">
                  <a16:creationId xmlns:a16="http://schemas.microsoft.com/office/drawing/2014/main" id="{5CAE1E48-AAEF-F3FA-9146-B7B5C8A1AFC2}"/>
                </a:ext>
              </a:extLst>
            </p:cNvPr>
            <p:cNvSpPr/>
            <p:nvPr/>
          </p:nvSpPr>
          <p:spPr>
            <a:xfrm>
              <a:off x="5764752" y="3532535"/>
              <a:ext cx="313" cy="726"/>
            </a:xfrm>
            <a:custGeom>
              <a:avLst/>
              <a:gdLst>
                <a:gd name="connsiteX0" fmla="*/ 313 w 313"/>
                <a:gd name="connsiteY0" fmla="*/ 0 h 726"/>
                <a:gd name="connsiteX1" fmla="*/ 0 w 313"/>
                <a:gd name="connsiteY1" fmla="*/ 726 h 726"/>
                <a:gd name="connsiteX2" fmla="*/ 0 w 313"/>
                <a:gd name="connsiteY2" fmla="*/ 258 h 726"/>
                <a:gd name="connsiteX3" fmla="*/ 313 w 313"/>
                <a:gd name="connsiteY3" fmla="*/ 0 h 726"/>
              </a:gdLst>
              <a:ahLst/>
              <a:cxnLst>
                <a:cxn ang="0">
                  <a:pos x="connsiteX0" y="connsiteY0"/>
                </a:cxn>
                <a:cxn ang="0">
                  <a:pos x="connsiteX1" y="connsiteY1"/>
                </a:cxn>
                <a:cxn ang="0">
                  <a:pos x="connsiteX2" y="connsiteY2"/>
                </a:cxn>
                <a:cxn ang="0">
                  <a:pos x="connsiteX3" y="connsiteY3"/>
                </a:cxn>
              </a:cxnLst>
              <a:rect l="l" t="t" r="r" b="b"/>
              <a:pathLst>
                <a:path w="313" h="726">
                  <a:moveTo>
                    <a:pt x="313" y="0"/>
                  </a:moveTo>
                  <a:lnTo>
                    <a:pt x="0" y="726"/>
                  </a:lnTo>
                  <a:lnTo>
                    <a:pt x="0" y="258"/>
                  </a:lnTo>
                  <a:lnTo>
                    <a:pt x="313" y="0"/>
                  </a:lnTo>
                  <a:close/>
                </a:path>
              </a:pathLst>
            </a:custGeom>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pic>
          <p:nvPicPr>
            <p:cNvPr id="49" name="Graphic 48" descr="Architecture outline">
              <a:extLst>
                <a:ext uri="{FF2B5EF4-FFF2-40B4-BE49-F238E27FC236}">
                  <a16:creationId xmlns:a16="http://schemas.microsoft.com/office/drawing/2014/main" id="{EB2D40CB-53EF-52BE-0584-4D4F0BDD1F1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0930" y="2302855"/>
              <a:ext cx="830996" cy="830996"/>
            </a:xfrm>
            <a:prstGeom prst="rect">
              <a:avLst/>
            </a:prstGeom>
          </p:spPr>
        </p:pic>
        <p:pic>
          <p:nvPicPr>
            <p:cNvPr id="51" name="Graphic 50" descr="Bank outline">
              <a:extLst>
                <a:ext uri="{FF2B5EF4-FFF2-40B4-BE49-F238E27FC236}">
                  <a16:creationId xmlns:a16="http://schemas.microsoft.com/office/drawing/2014/main" id="{17BC22E1-5CF8-E7D6-6C15-D9779845CCF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84911" y="2325060"/>
              <a:ext cx="799140" cy="799140"/>
            </a:xfrm>
            <a:prstGeom prst="rect">
              <a:avLst/>
            </a:prstGeom>
          </p:spPr>
        </p:pic>
        <p:pic>
          <p:nvPicPr>
            <p:cNvPr id="53" name="Graphic 52" descr="Group of men outline">
              <a:extLst>
                <a:ext uri="{FF2B5EF4-FFF2-40B4-BE49-F238E27FC236}">
                  <a16:creationId xmlns:a16="http://schemas.microsoft.com/office/drawing/2014/main" id="{AB7D10FD-E39E-68A4-EDDB-42CC9BD2035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01283" y="4161560"/>
              <a:ext cx="641620" cy="641620"/>
            </a:xfrm>
            <a:prstGeom prst="rect">
              <a:avLst/>
            </a:prstGeom>
          </p:spPr>
        </p:pic>
      </p:grpSp>
    </p:spTree>
    <p:extLst>
      <p:ext uri="{BB962C8B-B14F-4D97-AF65-F5344CB8AC3E}">
        <p14:creationId xmlns:p14="http://schemas.microsoft.com/office/powerpoint/2010/main" val="279952414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6343A"/>
        </a:solidFill>
        <a:effectLst/>
      </p:bgPr>
    </p:bg>
    <p:spTree>
      <p:nvGrpSpPr>
        <p:cNvPr id="1" name="">
          <a:extLst>
            <a:ext uri="{FF2B5EF4-FFF2-40B4-BE49-F238E27FC236}">
              <a16:creationId xmlns:a16="http://schemas.microsoft.com/office/drawing/2014/main" id="{9BFB8971-32AC-FDC1-C9D2-4D5A36B6089F}"/>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6C30A0C3-5445-FA53-E19E-987E90ED7C79}"/>
              </a:ext>
            </a:extLst>
          </p:cNvPr>
          <p:cNvGraphicFramePr>
            <a:graphicFrameLocks noGrp="1"/>
          </p:cNvGraphicFramePr>
          <p:nvPr>
            <p:extLst>
              <p:ext uri="{D42A27DB-BD31-4B8C-83A1-F6EECF244321}">
                <p14:modId xmlns:p14="http://schemas.microsoft.com/office/powerpoint/2010/main" val="2010918051"/>
              </p:ext>
            </p:extLst>
          </p:nvPr>
        </p:nvGraphicFramePr>
        <p:xfrm>
          <a:off x="6239933" y="1197217"/>
          <a:ext cx="5631260" cy="5196057"/>
        </p:xfrm>
        <a:graphic>
          <a:graphicData uri="http://schemas.openxmlformats.org/drawingml/2006/table">
            <a:tbl>
              <a:tblPr firstRow="1" bandRow="1">
                <a:tableStyleId>{5C22544A-7EE6-4342-B048-85BDC9FD1C3A}</a:tableStyleId>
              </a:tblPr>
              <a:tblGrid>
                <a:gridCol w="1126252">
                  <a:extLst>
                    <a:ext uri="{9D8B030D-6E8A-4147-A177-3AD203B41FA5}">
                      <a16:colId xmlns:a16="http://schemas.microsoft.com/office/drawing/2014/main" val="20000"/>
                    </a:ext>
                  </a:extLst>
                </a:gridCol>
                <a:gridCol w="1126252">
                  <a:extLst>
                    <a:ext uri="{9D8B030D-6E8A-4147-A177-3AD203B41FA5}">
                      <a16:colId xmlns:a16="http://schemas.microsoft.com/office/drawing/2014/main" val="20001"/>
                    </a:ext>
                  </a:extLst>
                </a:gridCol>
                <a:gridCol w="1126252">
                  <a:extLst>
                    <a:ext uri="{9D8B030D-6E8A-4147-A177-3AD203B41FA5}">
                      <a16:colId xmlns:a16="http://schemas.microsoft.com/office/drawing/2014/main" val="20002"/>
                    </a:ext>
                  </a:extLst>
                </a:gridCol>
                <a:gridCol w="1126252">
                  <a:extLst>
                    <a:ext uri="{9D8B030D-6E8A-4147-A177-3AD203B41FA5}">
                      <a16:colId xmlns:a16="http://schemas.microsoft.com/office/drawing/2014/main" val="1108496476"/>
                    </a:ext>
                  </a:extLst>
                </a:gridCol>
                <a:gridCol w="1126252">
                  <a:extLst>
                    <a:ext uri="{9D8B030D-6E8A-4147-A177-3AD203B41FA5}">
                      <a16:colId xmlns:a16="http://schemas.microsoft.com/office/drawing/2014/main" val="20003"/>
                    </a:ext>
                  </a:extLst>
                </a:gridCol>
              </a:tblGrid>
              <a:tr h="626970">
                <a:tc>
                  <a:txBody>
                    <a:bodyPr/>
                    <a:lstStyle/>
                    <a:p>
                      <a:pPr algn="ctr"/>
                      <a:r>
                        <a:rPr sz="1400" b="0">
                          <a:solidFill>
                            <a:schemeClr val="bg1"/>
                          </a:solidFill>
                        </a:rPr>
                        <a:t>Feature</a:t>
                      </a:r>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lnTlToBr w="12700" cmpd="sng">
                      <a:noFill/>
                      <a:prstDash val="solid"/>
                    </a:lnTlToBr>
                    <a:lnBlToTr w="12700" cmpd="sng">
                      <a:noFill/>
                      <a:prstDash val="solid"/>
                    </a:lnBlToTr>
                    <a:solidFill>
                      <a:srgbClr val="3F6457"/>
                    </a:solidFill>
                  </a:tcPr>
                </a:tc>
                <a:tc>
                  <a:txBody>
                    <a:bodyPr/>
                    <a:lstStyle/>
                    <a:p>
                      <a:pPr algn="ctr"/>
                      <a:r>
                        <a:rPr lang="en-GB" sz="1400" b="0">
                          <a:solidFill>
                            <a:schemeClr val="bg1"/>
                          </a:solidFill>
                        </a:rPr>
                        <a:t>Government</a:t>
                      </a:r>
                      <a:r>
                        <a:rPr sz="1400" b="0">
                          <a:solidFill>
                            <a:schemeClr val="bg1"/>
                          </a:solidFill>
                        </a:rPr>
                        <a:t> </a:t>
                      </a:r>
                      <a:r>
                        <a:rPr lang="en-GB" sz="1400" b="0">
                          <a:solidFill>
                            <a:schemeClr val="bg1"/>
                          </a:solidFill>
                        </a:rPr>
                        <a:t>Projects</a:t>
                      </a:r>
                      <a:endParaRPr sz="1400" b="0">
                        <a:solidFill>
                          <a:schemeClr val="bg1"/>
                        </a:solidFill>
                      </a:endParaRPr>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tc>
                  <a:txBody>
                    <a:bodyPr/>
                    <a:lstStyle/>
                    <a:p>
                      <a:pPr algn="ctr"/>
                      <a:r>
                        <a:rPr lang="en-GB" sz="1400" b="0">
                          <a:solidFill>
                            <a:schemeClr val="bg1"/>
                          </a:solidFill>
                        </a:rPr>
                        <a:t>NGO </a:t>
                      </a:r>
                      <a:r>
                        <a:rPr sz="1400" b="0">
                          <a:solidFill>
                            <a:schemeClr val="bg1"/>
                          </a:solidFill>
                        </a:rPr>
                        <a:t>Initiatives</a:t>
                      </a:r>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tc>
                  <a:txBody>
                    <a:bodyPr/>
                    <a:lstStyle/>
                    <a:p>
                      <a:pPr algn="ctr"/>
                      <a:r>
                        <a:rPr lang="en-GB" sz="1400" b="0">
                          <a:solidFill>
                            <a:schemeClr val="bg1"/>
                          </a:solidFill>
                        </a:rPr>
                        <a:t>Private Developers</a:t>
                      </a:r>
                      <a:endParaRPr sz="1400" b="0">
                        <a:solidFill>
                          <a:schemeClr val="bg1"/>
                        </a:solidFill>
                      </a:endParaRPr>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tc>
                  <a:txBody>
                    <a:bodyPr/>
                    <a:lstStyle/>
                    <a:p>
                      <a:pPr algn="ctr"/>
                      <a:r>
                        <a:rPr sz="1400" b="0">
                          <a:solidFill>
                            <a:schemeClr val="bg1"/>
                          </a:solidFill>
                        </a:rPr>
                        <a:t>Our Solution</a:t>
                      </a:r>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extLst>
                  <a:ext uri="{0D108BD9-81ED-4DB2-BD59-A6C34878D82A}">
                    <a16:rowId xmlns:a16="http://schemas.microsoft.com/office/drawing/2014/main" val="10000"/>
                  </a:ext>
                </a:extLst>
              </a:tr>
              <a:tr h="906876">
                <a:tc>
                  <a:txBody>
                    <a:bodyPr/>
                    <a:lstStyle/>
                    <a:p>
                      <a:pPr algn="ctr"/>
                      <a:r>
                        <a:rPr sz="1400">
                          <a:solidFill>
                            <a:schemeClr val="bg1"/>
                          </a:solidFill>
                        </a:rPr>
                        <a:t>Data-Driven Approach</a:t>
                      </a:r>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lnTlToBr w="12700" cmpd="sng">
                      <a:noFill/>
                      <a:prstDash val="solid"/>
                    </a:lnTlToBr>
                    <a:lnBlToTr w="12700" cmpd="sng">
                      <a:noFill/>
                      <a:prstDash val="solid"/>
                    </a:lnBlToTr>
                    <a:solidFill>
                      <a:srgbClr val="3F6457"/>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DEE3E3"/>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DEE3E3"/>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DEE3E3"/>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DEE3E3"/>
                    </a:solidFill>
                  </a:tcPr>
                </a:tc>
                <a:extLst>
                  <a:ext uri="{0D108BD9-81ED-4DB2-BD59-A6C34878D82A}">
                    <a16:rowId xmlns:a16="http://schemas.microsoft.com/office/drawing/2014/main" val="10001"/>
                  </a:ext>
                </a:extLst>
              </a:tr>
              <a:tr h="906876">
                <a:tc>
                  <a:txBody>
                    <a:bodyPr/>
                    <a:lstStyle/>
                    <a:p>
                      <a:pPr algn="ctr"/>
                      <a:r>
                        <a:rPr sz="1400">
                          <a:solidFill>
                            <a:schemeClr val="bg1"/>
                          </a:solidFill>
                        </a:rPr>
                        <a:t>AI </a:t>
                      </a:r>
                      <a:r>
                        <a:rPr lang="en-GB" sz="1400">
                          <a:solidFill>
                            <a:schemeClr val="bg1"/>
                          </a:solidFill>
                        </a:rPr>
                        <a:t>and</a:t>
                      </a:r>
                      <a:r>
                        <a:rPr sz="1400">
                          <a:solidFill>
                            <a:schemeClr val="bg1"/>
                          </a:solidFill>
                        </a:rPr>
                        <a:t> Real-Time Insights</a:t>
                      </a:r>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lnTlToBr w="12700" cmpd="sng">
                      <a:noFill/>
                      <a:prstDash val="solid"/>
                    </a:lnTlToBr>
                    <a:lnBlToTr w="12700" cmpd="sng">
                      <a:noFill/>
                      <a:prstDash val="solid"/>
                    </a:lnBlToTr>
                    <a:solidFill>
                      <a:srgbClr val="3F6457"/>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extLst>
                  <a:ext uri="{0D108BD9-81ED-4DB2-BD59-A6C34878D82A}">
                    <a16:rowId xmlns:a16="http://schemas.microsoft.com/office/drawing/2014/main" val="10002"/>
                  </a:ext>
                </a:extLst>
              </a:tr>
              <a:tr h="906876">
                <a:tc>
                  <a:txBody>
                    <a:bodyPr/>
                    <a:lstStyle/>
                    <a:p>
                      <a:pPr algn="ctr"/>
                      <a:r>
                        <a:rPr sz="1400">
                          <a:solidFill>
                            <a:schemeClr val="bg1"/>
                          </a:solidFill>
                        </a:rPr>
                        <a:t>Affordable Housing Focus</a:t>
                      </a:r>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lnTlToBr w="12700" cmpd="sng">
                      <a:noFill/>
                      <a:prstDash val="solid"/>
                    </a:lnTlToBr>
                    <a:lnBlToTr w="12700" cmpd="sng">
                      <a:noFill/>
                      <a:prstDash val="solid"/>
                    </a:lnBlToTr>
                    <a:solidFill>
                      <a:srgbClr val="3F6457"/>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extLst>
                  <a:ext uri="{0D108BD9-81ED-4DB2-BD59-A6C34878D82A}">
                    <a16:rowId xmlns:a16="http://schemas.microsoft.com/office/drawing/2014/main" val="10003"/>
                  </a:ext>
                </a:extLst>
              </a:tr>
              <a:tr h="941583">
                <a:tc>
                  <a:txBody>
                    <a:bodyPr/>
                    <a:lstStyle/>
                    <a:p>
                      <a:pPr algn="ctr"/>
                      <a:r>
                        <a:rPr sz="1400">
                          <a:solidFill>
                            <a:schemeClr val="bg1"/>
                          </a:solidFill>
                        </a:rPr>
                        <a:t>Scalability </a:t>
                      </a:r>
                      <a:r>
                        <a:rPr lang="en-GB" sz="1400">
                          <a:solidFill>
                            <a:schemeClr val="bg1"/>
                          </a:solidFill>
                        </a:rPr>
                        <a:t>and</a:t>
                      </a:r>
                      <a:r>
                        <a:rPr sz="1400">
                          <a:solidFill>
                            <a:schemeClr val="bg1"/>
                          </a:solidFill>
                        </a:rPr>
                        <a:t> Adaptability</a:t>
                      </a:r>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lnTlToBr w="12700" cmpd="sng">
                      <a:noFill/>
                      <a:prstDash val="solid"/>
                    </a:lnTlToBr>
                    <a:lnBlToTr w="12700" cmpd="sng">
                      <a:noFill/>
                      <a:prstDash val="solid"/>
                    </a:lnBlToTr>
                    <a:solidFill>
                      <a:srgbClr val="3F6457"/>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extLst>
                  <a:ext uri="{0D108BD9-81ED-4DB2-BD59-A6C34878D82A}">
                    <a16:rowId xmlns:a16="http://schemas.microsoft.com/office/drawing/2014/main" val="10004"/>
                  </a:ext>
                </a:extLst>
              </a:tr>
              <a:tr h="906876">
                <a:tc>
                  <a:txBody>
                    <a:bodyPr/>
                    <a:lstStyle/>
                    <a:p>
                      <a:pPr algn="ctr"/>
                      <a:r>
                        <a:rPr lang="en-GB" sz="1400">
                          <a:solidFill>
                            <a:schemeClr val="bg1"/>
                          </a:solidFill>
                        </a:rPr>
                        <a:t>Integration with Jobs / Services</a:t>
                      </a:r>
                      <a:endParaRPr sz="1400">
                        <a:solidFill>
                          <a:schemeClr val="bg1"/>
                        </a:solidFill>
                      </a:endParaRPr>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lnTlToBr w="12700" cmpd="sng">
                      <a:noFill/>
                      <a:prstDash val="solid"/>
                    </a:lnTlToBr>
                    <a:lnBlToTr w="12700" cmpd="sng">
                      <a:noFill/>
                      <a:prstDash val="solid"/>
                    </a:lnBlToTr>
                    <a:solidFill>
                      <a:srgbClr val="3F6457"/>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tc>
                  <a:txBody>
                    <a:bodyPr/>
                    <a:lstStyle/>
                    <a:p>
                      <a:pPr algn="ctr"/>
                      <a:endParaRPr sz="1400"/>
                    </a:p>
                  </a:txBody>
                  <a:tcPr marL="58506" marR="58506" marT="29253" marB="29253"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extLst>
                  <a:ext uri="{0D108BD9-81ED-4DB2-BD59-A6C34878D82A}">
                    <a16:rowId xmlns:a16="http://schemas.microsoft.com/office/drawing/2014/main" val="3824199476"/>
                  </a:ext>
                </a:extLst>
              </a:tr>
            </a:tbl>
          </a:graphicData>
        </a:graphic>
      </p:graphicFrame>
      <p:sp>
        <p:nvSpPr>
          <p:cNvPr id="6" name="TextBox 5">
            <a:extLst>
              <a:ext uri="{FF2B5EF4-FFF2-40B4-BE49-F238E27FC236}">
                <a16:creationId xmlns:a16="http://schemas.microsoft.com/office/drawing/2014/main" id="{96F29817-E1F5-9F46-387C-92DB0A51E4B0}"/>
              </a:ext>
            </a:extLst>
          </p:cNvPr>
          <p:cNvSpPr txBox="1"/>
          <p:nvPr/>
        </p:nvSpPr>
        <p:spPr>
          <a:xfrm>
            <a:off x="320805" y="306152"/>
            <a:ext cx="5295356" cy="523220"/>
          </a:xfrm>
          <a:prstGeom prst="rect">
            <a:avLst/>
          </a:prstGeom>
          <a:noFill/>
        </p:spPr>
        <p:txBody>
          <a:bodyPr wrap="square" rtlCol="0">
            <a:spAutoFit/>
          </a:bodyPr>
          <a:lstStyle/>
          <a:p>
            <a:r>
              <a:rPr lang="en-GB" sz="2800" b="1">
                <a:solidFill>
                  <a:schemeClr val="bg1"/>
                </a:solidFill>
                <a:latin typeface="+mj-lt"/>
              </a:rPr>
              <a:t>Competitors Analysis</a:t>
            </a:r>
          </a:p>
        </p:txBody>
      </p:sp>
      <p:sp>
        <p:nvSpPr>
          <p:cNvPr id="7" name="Rectangle 6">
            <a:extLst>
              <a:ext uri="{FF2B5EF4-FFF2-40B4-BE49-F238E27FC236}">
                <a16:creationId xmlns:a16="http://schemas.microsoft.com/office/drawing/2014/main" id="{DAEA2621-0B19-24B1-94CF-21F1EEDC6DFF}"/>
              </a:ext>
            </a:extLst>
          </p:cNvPr>
          <p:cNvSpPr/>
          <p:nvPr/>
        </p:nvSpPr>
        <p:spPr>
          <a:xfrm>
            <a:off x="320805" y="1110592"/>
            <a:ext cx="1797924" cy="5441256"/>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1600">
              <a:solidFill>
                <a:schemeClr val="tx1"/>
              </a:solidFill>
            </a:endParaRPr>
          </a:p>
          <a:p>
            <a:pPr algn="ctr"/>
            <a:r>
              <a:rPr lang="en-GB" sz="1400" b="1">
                <a:solidFill>
                  <a:schemeClr val="tx1"/>
                </a:solidFill>
              </a:rPr>
              <a:t>Government Projects</a:t>
            </a:r>
          </a:p>
          <a:p>
            <a:pPr algn="ctr"/>
            <a:endParaRPr lang="en-GB" sz="800">
              <a:solidFill>
                <a:schemeClr val="tx1"/>
              </a:solidFill>
            </a:endParaRPr>
          </a:p>
          <a:p>
            <a:pPr algn="ctr"/>
            <a:r>
              <a:rPr lang="en-GB" sz="1200">
                <a:solidFill>
                  <a:schemeClr val="tx1"/>
                </a:solidFill>
              </a:rPr>
              <a:t>Strengths</a:t>
            </a:r>
          </a:p>
          <a:p>
            <a:pPr algn="ctr"/>
            <a:endParaRPr lang="en-GB" sz="800">
              <a:solidFill>
                <a:schemeClr val="tx1"/>
              </a:solidFill>
            </a:endParaRPr>
          </a:p>
          <a:p>
            <a:r>
              <a:rPr lang="en-GB" sz="1200">
                <a:solidFill>
                  <a:schemeClr val="tx1"/>
                </a:solidFill>
              </a:rPr>
              <a:t>&gt; Large-scale projects backed by government funding</a:t>
            </a:r>
          </a:p>
          <a:p>
            <a:r>
              <a:rPr lang="en-GB" sz="1200">
                <a:solidFill>
                  <a:schemeClr val="tx1"/>
                </a:solidFill>
              </a:rPr>
              <a:t>&gt; Aimed at providing affordable housing for low-income populations</a:t>
            </a:r>
          </a:p>
          <a:p>
            <a:r>
              <a:rPr lang="en-GB" sz="1200">
                <a:solidFill>
                  <a:schemeClr val="tx1"/>
                </a:solidFill>
              </a:rPr>
              <a:t>&gt; Official urban development policies support expansion</a:t>
            </a:r>
          </a:p>
          <a:p>
            <a:pPr algn="ctr"/>
            <a:endParaRPr lang="en-GB" sz="1200">
              <a:solidFill>
                <a:schemeClr val="tx1"/>
              </a:solidFill>
            </a:endParaRPr>
          </a:p>
          <a:p>
            <a:pPr algn="ctr"/>
            <a:r>
              <a:rPr lang="en-GB" sz="1200">
                <a:solidFill>
                  <a:schemeClr val="tx1"/>
                </a:solidFill>
              </a:rPr>
              <a:t>Weaknesses</a:t>
            </a:r>
          </a:p>
          <a:p>
            <a:pPr algn="ctr"/>
            <a:endParaRPr lang="en-GB" sz="800">
              <a:solidFill>
                <a:schemeClr val="tx1"/>
              </a:solidFill>
            </a:endParaRPr>
          </a:p>
          <a:p>
            <a:r>
              <a:rPr lang="en-GB" sz="1200">
                <a:solidFill>
                  <a:schemeClr val="tx1"/>
                </a:solidFill>
              </a:rPr>
              <a:t>&gt; Bureaucratic inefficiencies slow down implementation</a:t>
            </a:r>
          </a:p>
          <a:p>
            <a:r>
              <a:rPr lang="en-GB" sz="1200">
                <a:solidFill>
                  <a:schemeClr val="tx1"/>
                </a:solidFill>
              </a:rPr>
              <a:t>&gt; Poor data-driven decision-making leads to misallocation of resources</a:t>
            </a:r>
          </a:p>
          <a:p>
            <a:r>
              <a:rPr lang="en-GB" sz="1200">
                <a:solidFill>
                  <a:schemeClr val="tx1"/>
                </a:solidFill>
              </a:rPr>
              <a:t>&gt; Limited integration with job opportunities and social services</a:t>
            </a:r>
          </a:p>
          <a:p>
            <a:r>
              <a:rPr lang="en-GB" sz="1200">
                <a:solidFill>
                  <a:schemeClr val="tx1"/>
                </a:solidFill>
              </a:rPr>
              <a:t>&gt; High construction and administrative costs</a:t>
            </a:r>
          </a:p>
          <a:p>
            <a:pPr algn="ctr"/>
            <a:endParaRPr lang="en-GB" sz="1200">
              <a:solidFill>
                <a:schemeClr val="tx1"/>
              </a:solidFill>
            </a:endParaRPr>
          </a:p>
        </p:txBody>
      </p:sp>
      <p:sp>
        <p:nvSpPr>
          <p:cNvPr id="8" name="Arrow: Chevron 7">
            <a:extLst>
              <a:ext uri="{FF2B5EF4-FFF2-40B4-BE49-F238E27FC236}">
                <a16:creationId xmlns:a16="http://schemas.microsoft.com/office/drawing/2014/main" id="{9CBB9E49-8CD9-0DA6-E8E2-2056B316309D}"/>
              </a:ext>
            </a:extLst>
          </p:cNvPr>
          <p:cNvSpPr/>
          <p:nvPr/>
        </p:nvSpPr>
        <p:spPr>
          <a:xfrm>
            <a:off x="550040" y="925223"/>
            <a:ext cx="1339453" cy="360000"/>
          </a:xfrm>
          <a:prstGeom prst="chevron">
            <a:avLst/>
          </a:prstGeom>
          <a:solidFill>
            <a:srgbClr val="5C5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solidFill>
                  <a:schemeClr val="bg1"/>
                </a:solidFill>
              </a:rPr>
              <a:t>1</a:t>
            </a:r>
          </a:p>
        </p:txBody>
      </p:sp>
      <p:sp>
        <p:nvSpPr>
          <p:cNvPr id="9" name="Rectangle 8">
            <a:extLst>
              <a:ext uri="{FF2B5EF4-FFF2-40B4-BE49-F238E27FC236}">
                <a16:creationId xmlns:a16="http://schemas.microsoft.com/office/drawing/2014/main" id="{20A68287-A83C-AE45-3651-E02D5C4DD83E}"/>
              </a:ext>
            </a:extLst>
          </p:cNvPr>
          <p:cNvSpPr/>
          <p:nvPr/>
        </p:nvSpPr>
        <p:spPr>
          <a:xfrm>
            <a:off x="2266789" y="1110592"/>
            <a:ext cx="1797924" cy="5441256"/>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1600">
              <a:solidFill>
                <a:schemeClr val="tx1"/>
              </a:solidFill>
            </a:endParaRPr>
          </a:p>
          <a:p>
            <a:pPr algn="ctr"/>
            <a:r>
              <a:rPr lang="en-GB" sz="1400" b="1">
                <a:solidFill>
                  <a:schemeClr val="tx1"/>
                </a:solidFill>
              </a:rPr>
              <a:t>NGO Initiatives</a:t>
            </a:r>
            <a:endParaRPr lang="en-GB" sz="800" b="1">
              <a:solidFill>
                <a:schemeClr val="tx1"/>
              </a:solidFill>
            </a:endParaRPr>
          </a:p>
          <a:p>
            <a:pPr algn="ctr"/>
            <a:endParaRPr lang="en-GB" sz="800">
              <a:solidFill>
                <a:schemeClr val="tx1"/>
              </a:solidFill>
            </a:endParaRPr>
          </a:p>
          <a:p>
            <a:pPr algn="ctr"/>
            <a:r>
              <a:rPr lang="en-GB" sz="1200">
                <a:solidFill>
                  <a:schemeClr val="tx1"/>
                </a:solidFill>
              </a:rPr>
              <a:t>Strengths</a:t>
            </a:r>
          </a:p>
          <a:p>
            <a:pPr algn="ctr"/>
            <a:endParaRPr lang="en-GB" sz="800">
              <a:solidFill>
                <a:schemeClr val="tx1"/>
              </a:solidFill>
            </a:endParaRPr>
          </a:p>
          <a:p>
            <a:r>
              <a:rPr lang="en-GB" sz="1200">
                <a:solidFill>
                  <a:schemeClr val="tx1"/>
                </a:solidFill>
              </a:rPr>
              <a:t>&gt; Strong focus on social impact and low-income community welfare</a:t>
            </a:r>
          </a:p>
          <a:p>
            <a:r>
              <a:rPr lang="en-GB" sz="1200">
                <a:solidFill>
                  <a:schemeClr val="tx1"/>
                </a:solidFill>
              </a:rPr>
              <a:t>&gt; Provides direct aid to people in need</a:t>
            </a:r>
          </a:p>
          <a:p>
            <a:r>
              <a:rPr lang="en-GB" sz="1200">
                <a:solidFill>
                  <a:schemeClr val="tx1"/>
                </a:solidFill>
              </a:rPr>
              <a:t>&gt; Works closely with local communities for sustainable solutions</a:t>
            </a:r>
          </a:p>
          <a:p>
            <a:pPr algn="ctr"/>
            <a:endParaRPr lang="en-GB" sz="1200">
              <a:solidFill>
                <a:schemeClr val="tx1"/>
              </a:solidFill>
            </a:endParaRPr>
          </a:p>
          <a:p>
            <a:pPr algn="ctr"/>
            <a:r>
              <a:rPr lang="en-GB" sz="1200">
                <a:solidFill>
                  <a:schemeClr val="tx1"/>
                </a:solidFill>
              </a:rPr>
              <a:t>Weaknesses</a:t>
            </a:r>
          </a:p>
          <a:p>
            <a:pPr algn="ctr"/>
            <a:endParaRPr lang="en-GB" sz="800">
              <a:solidFill>
                <a:schemeClr val="tx1"/>
              </a:solidFill>
            </a:endParaRPr>
          </a:p>
          <a:p>
            <a:r>
              <a:rPr lang="en-GB" sz="1200">
                <a:solidFill>
                  <a:schemeClr val="tx1"/>
                </a:solidFill>
              </a:rPr>
              <a:t>&gt; Limited funding and dependence on donation slow down large-scale expansion</a:t>
            </a:r>
          </a:p>
          <a:p>
            <a:r>
              <a:rPr lang="en-GB" sz="1200">
                <a:solidFill>
                  <a:schemeClr val="tx1"/>
                </a:solidFill>
              </a:rPr>
              <a:t>&gt; Small-scale projects that lack technological integration</a:t>
            </a:r>
          </a:p>
          <a:p>
            <a:r>
              <a:rPr lang="en-GB" sz="1200">
                <a:solidFill>
                  <a:schemeClr val="tx1"/>
                </a:solidFill>
              </a:rPr>
              <a:t>&gt; Minimal use of big data and AI for housing allocation</a:t>
            </a:r>
          </a:p>
          <a:p>
            <a:r>
              <a:rPr lang="en-GB" sz="1200">
                <a:solidFill>
                  <a:schemeClr val="tx1"/>
                </a:solidFill>
              </a:rPr>
              <a:t>&gt; Not scalable to accommodate rapid urban growth</a:t>
            </a:r>
          </a:p>
        </p:txBody>
      </p:sp>
      <p:sp>
        <p:nvSpPr>
          <p:cNvPr id="10" name="Arrow: Chevron 9">
            <a:extLst>
              <a:ext uri="{FF2B5EF4-FFF2-40B4-BE49-F238E27FC236}">
                <a16:creationId xmlns:a16="http://schemas.microsoft.com/office/drawing/2014/main" id="{45608EFD-38ED-A45C-F64C-7FCB9C2783C3}"/>
              </a:ext>
            </a:extLst>
          </p:cNvPr>
          <p:cNvSpPr/>
          <p:nvPr/>
        </p:nvSpPr>
        <p:spPr>
          <a:xfrm>
            <a:off x="2496024" y="925223"/>
            <a:ext cx="1339453" cy="360000"/>
          </a:xfrm>
          <a:prstGeom prst="chevron">
            <a:avLst/>
          </a:prstGeom>
          <a:solidFill>
            <a:srgbClr val="305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solidFill>
                  <a:schemeClr val="bg1"/>
                </a:solidFill>
              </a:rPr>
              <a:t>2</a:t>
            </a:r>
          </a:p>
        </p:txBody>
      </p:sp>
      <p:sp>
        <p:nvSpPr>
          <p:cNvPr id="11" name="Rectangle 10">
            <a:extLst>
              <a:ext uri="{FF2B5EF4-FFF2-40B4-BE49-F238E27FC236}">
                <a16:creationId xmlns:a16="http://schemas.microsoft.com/office/drawing/2014/main" id="{33D5B897-2171-BD1A-8887-34F72AF9E002}"/>
              </a:ext>
            </a:extLst>
          </p:cNvPr>
          <p:cNvSpPr/>
          <p:nvPr/>
        </p:nvSpPr>
        <p:spPr>
          <a:xfrm>
            <a:off x="4212772" y="1110592"/>
            <a:ext cx="1797924" cy="5441256"/>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1600">
              <a:solidFill>
                <a:schemeClr val="tx1"/>
              </a:solidFill>
            </a:endParaRPr>
          </a:p>
          <a:p>
            <a:pPr algn="ctr"/>
            <a:r>
              <a:rPr lang="en-GB" sz="1400" b="1">
                <a:solidFill>
                  <a:schemeClr val="tx1"/>
                </a:solidFill>
              </a:rPr>
              <a:t>Private Developers</a:t>
            </a:r>
          </a:p>
          <a:p>
            <a:pPr algn="ctr"/>
            <a:endParaRPr lang="en-GB" sz="800">
              <a:solidFill>
                <a:schemeClr val="tx1"/>
              </a:solidFill>
            </a:endParaRPr>
          </a:p>
          <a:p>
            <a:pPr algn="ctr"/>
            <a:r>
              <a:rPr lang="en-GB" sz="1200">
                <a:solidFill>
                  <a:schemeClr val="tx1"/>
                </a:solidFill>
              </a:rPr>
              <a:t>Strengths</a:t>
            </a:r>
          </a:p>
          <a:p>
            <a:pPr algn="ctr"/>
            <a:endParaRPr lang="en-GB" sz="800">
              <a:solidFill>
                <a:schemeClr val="tx1"/>
              </a:solidFill>
            </a:endParaRPr>
          </a:p>
          <a:p>
            <a:r>
              <a:rPr lang="en-GB" sz="1200">
                <a:solidFill>
                  <a:schemeClr val="tx1"/>
                </a:solidFill>
              </a:rPr>
              <a:t>&gt; Large-scale construction and investment capabilities</a:t>
            </a:r>
          </a:p>
          <a:p>
            <a:r>
              <a:rPr lang="en-GB" sz="1200">
                <a:solidFill>
                  <a:schemeClr val="tx1"/>
                </a:solidFill>
              </a:rPr>
              <a:t>&gt; Can build high-quality housing and urban infrastructure</a:t>
            </a:r>
          </a:p>
          <a:p>
            <a:r>
              <a:rPr lang="en-GB" sz="1200">
                <a:solidFill>
                  <a:schemeClr val="tx1"/>
                </a:solidFill>
              </a:rPr>
              <a:t>&gt; Profitable and sustainable business model</a:t>
            </a:r>
          </a:p>
          <a:p>
            <a:pPr algn="ctr"/>
            <a:endParaRPr lang="en-GB" sz="1200">
              <a:solidFill>
                <a:schemeClr val="tx1"/>
              </a:solidFill>
            </a:endParaRPr>
          </a:p>
          <a:p>
            <a:pPr algn="ctr"/>
            <a:r>
              <a:rPr lang="en-GB" sz="1200">
                <a:solidFill>
                  <a:schemeClr val="tx1"/>
                </a:solidFill>
              </a:rPr>
              <a:t>Weaknesses</a:t>
            </a:r>
          </a:p>
          <a:p>
            <a:pPr algn="ctr"/>
            <a:endParaRPr lang="en-GB" sz="800">
              <a:solidFill>
                <a:schemeClr val="tx1"/>
              </a:solidFill>
            </a:endParaRPr>
          </a:p>
          <a:p>
            <a:r>
              <a:rPr lang="en-GB" sz="1200">
                <a:solidFill>
                  <a:schemeClr val="tx1"/>
                </a:solidFill>
              </a:rPr>
              <a:t>&gt; Focused primarily on high-income and commercial projects</a:t>
            </a:r>
          </a:p>
          <a:p>
            <a:r>
              <a:rPr lang="en-GB" sz="1200">
                <a:solidFill>
                  <a:schemeClr val="tx1"/>
                </a:solidFill>
              </a:rPr>
              <a:t>&gt; Unaffordable for slum dwellers and low-income groups</a:t>
            </a:r>
          </a:p>
          <a:p>
            <a:r>
              <a:rPr lang="en-GB" sz="1200">
                <a:solidFill>
                  <a:schemeClr val="tx1"/>
                </a:solidFill>
              </a:rPr>
              <a:t>&gt; Lacks consideration for proximity to essential services</a:t>
            </a:r>
          </a:p>
          <a:p>
            <a:r>
              <a:rPr lang="en-GB" sz="1200">
                <a:solidFill>
                  <a:schemeClr val="tx1"/>
                </a:solidFill>
              </a:rPr>
              <a:t>&gt; Does not address overpopulation and urban poverty issues</a:t>
            </a:r>
          </a:p>
        </p:txBody>
      </p:sp>
      <p:sp>
        <p:nvSpPr>
          <p:cNvPr id="12" name="Arrow: Chevron 11">
            <a:extLst>
              <a:ext uri="{FF2B5EF4-FFF2-40B4-BE49-F238E27FC236}">
                <a16:creationId xmlns:a16="http://schemas.microsoft.com/office/drawing/2014/main" id="{5CEAEC1D-13E9-90AB-F1F4-5482DC310980}"/>
              </a:ext>
            </a:extLst>
          </p:cNvPr>
          <p:cNvSpPr/>
          <p:nvPr/>
        </p:nvSpPr>
        <p:spPr>
          <a:xfrm>
            <a:off x="4442007" y="925223"/>
            <a:ext cx="1339453" cy="360000"/>
          </a:xfrm>
          <a:prstGeom prst="chevron">
            <a:avLst/>
          </a:prstGeom>
          <a:solidFill>
            <a:srgbClr val="7C91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solidFill>
                  <a:schemeClr val="bg1"/>
                </a:solidFill>
              </a:rPr>
              <a:t>3</a:t>
            </a:r>
          </a:p>
        </p:txBody>
      </p:sp>
      <p:pic>
        <p:nvPicPr>
          <p:cNvPr id="14" name="Graphic 13" descr="Checkbox Ticked with solid fill">
            <a:extLst>
              <a:ext uri="{FF2B5EF4-FFF2-40B4-BE49-F238E27FC236}">
                <a16:creationId xmlns:a16="http://schemas.microsoft.com/office/drawing/2014/main" id="{BB5EBA77-020C-2AD1-1778-EC05FC5738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24144" y="3894833"/>
            <a:ext cx="401312" cy="401312"/>
          </a:xfrm>
          <a:prstGeom prst="rect">
            <a:avLst/>
          </a:prstGeom>
        </p:spPr>
      </p:pic>
      <p:pic>
        <p:nvPicPr>
          <p:cNvPr id="16" name="Graphic 15" descr="Checkbox Crossed with solid fill">
            <a:extLst>
              <a:ext uri="{FF2B5EF4-FFF2-40B4-BE49-F238E27FC236}">
                <a16:creationId xmlns:a16="http://schemas.microsoft.com/office/drawing/2014/main" id="{AC7E0B12-9D5C-6139-AFA2-756D48FA648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24144" y="2043730"/>
            <a:ext cx="401312" cy="401312"/>
          </a:xfrm>
          <a:prstGeom prst="rect">
            <a:avLst/>
          </a:prstGeom>
        </p:spPr>
      </p:pic>
      <p:pic>
        <p:nvPicPr>
          <p:cNvPr id="17" name="Graphic 16" descr="Checkbox Ticked with solid fill">
            <a:extLst>
              <a:ext uri="{FF2B5EF4-FFF2-40B4-BE49-F238E27FC236}">
                <a16:creationId xmlns:a16="http://schemas.microsoft.com/office/drawing/2014/main" id="{C9FC3353-9E57-CAA2-B78C-8D1BF915CB6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7781" y="3894833"/>
            <a:ext cx="401312" cy="401312"/>
          </a:xfrm>
          <a:prstGeom prst="rect">
            <a:avLst/>
          </a:prstGeom>
        </p:spPr>
      </p:pic>
      <p:pic>
        <p:nvPicPr>
          <p:cNvPr id="18" name="Graphic 17" descr="Checkbox Ticked with solid fill">
            <a:extLst>
              <a:ext uri="{FF2B5EF4-FFF2-40B4-BE49-F238E27FC236}">
                <a16:creationId xmlns:a16="http://schemas.microsoft.com/office/drawing/2014/main" id="{2ABF04B2-D379-F3E2-9596-EA0C86A50D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09032" y="4823831"/>
            <a:ext cx="401312" cy="401312"/>
          </a:xfrm>
          <a:prstGeom prst="rect">
            <a:avLst/>
          </a:prstGeom>
        </p:spPr>
      </p:pic>
      <p:pic>
        <p:nvPicPr>
          <p:cNvPr id="19" name="Graphic 18" descr="Checkbox Crossed with solid fill">
            <a:extLst>
              <a:ext uri="{FF2B5EF4-FFF2-40B4-BE49-F238E27FC236}">
                <a16:creationId xmlns:a16="http://schemas.microsoft.com/office/drawing/2014/main" id="{6C6E0EC9-9CFE-0FA1-4A44-D699D5ACB7D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24144" y="2980433"/>
            <a:ext cx="401312" cy="401312"/>
          </a:xfrm>
          <a:prstGeom prst="rect">
            <a:avLst/>
          </a:prstGeom>
        </p:spPr>
      </p:pic>
      <p:pic>
        <p:nvPicPr>
          <p:cNvPr id="20" name="Graphic 19" descr="Checkbox Crossed with solid fill">
            <a:extLst>
              <a:ext uri="{FF2B5EF4-FFF2-40B4-BE49-F238E27FC236}">
                <a16:creationId xmlns:a16="http://schemas.microsoft.com/office/drawing/2014/main" id="{528FB41A-4557-1210-68F0-5C22B212B32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54907" y="2980433"/>
            <a:ext cx="401312" cy="401312"/>
          </a:xfrm>
          <a:prstGeom prst="rect">
            <a:avLst/>
          </a:prstGeom>
        </p:spPr>
      </p:pic>
      <p:pic>
        <p:nvPicPr>
          <p:cNvPr id="21" name="Graphic 20" descr="Checkbox Crossed with solid fill">
            <a:extLst>
              <a:ext uri="{FF2B5EF4-FFF2-40B4-BE49-F238E27FC236}">
                <a16:creationId xmlns:a16="http://schemas.microsoft.com/office/drawing/2014/main" id="{C96B498E-BEA8-E2DD-BC8B-C089839FD2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7781" y="2066033"/>
            <a:ext cx="401312" cy="401312"/>
          </a:xfrm>
          <a:prstGeom prst="rect">
            <a:avLst/>
          </a:prstGeom>
        </p:spPr>
      </p:pic>
      <p:pic>
        <p:nvPicPr>
          <p:cNvPr id="22" name="Graphic 21" descr="Checkbox Crossed with solid fill">
            <a:extLst>
              <a:ext uri="{FF2B5EF4-FFF2-40B4-BE49-F238E27FC236}">
                <a16:creationId xmlns:a16="http://schemas.microsoft.com/office/drawing/2014/main" id="{256A6F4A-611C-8624-D996-A7C83E58A9D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85670" y="2066033"/>
            <a:ext cx="401312" cy="401312"/>
          </a:xfrm>
          <a:prstGeom prst="rect">
            <a:avLst/>
          </a:prstGeom>
        </p:spPr>
      </p:pic>
      <p:pic>
        <p:nvPicPr>
          <p:cNvPr id="23" name="Graphic 22" descr="Checkbox Crossed with solid fill">
            <a:extLst>
              <a:ext uri="{FF2B5EF4-FFF2-40B4-BE49-F238E27FC236}">
                <a16:creationId xmlns:a16="http://schemas.microsoft.com/office/drawing/2014/main" id="{919F618C-E2F7-9C87-31BF-AE4734EB61B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85670" y="2986260"/>
            <a:ext cx="401312" cy="401312"/>
          </a:xfrm>
          <a:prstGeom prst="rect">
            <a:avLst/>
          </a:prstGeom>
        </p:spPr>
      </p:pic>
      <p:pic>
        <p:nvPicPr>
          <p:cNvPr id="24" name="Graphic 23" descr="Checkbox Crossed with solid fill">
            <a:extLst>
              <a:ext uri="{FF2B5EF4-FFF2-40B4-BE49-F238E27FC236}">
                <a16:creationId xmlns:a16="http://schemas.microsoft.com/office/drawing/2014/main" id="{EA6A82D3-419A-7ED9-F1E4-9E52028199C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85670" y="3894833"/>
            <a:ext cx="401312" cy="401312"/>
          </a:xfrm>
          <a:prstGeom prst="rect">
            <a:avLst/>
          </a:prstGeom>
        </p:spPr>
      </p:pic>
      <p:pic>
        <p:nvPicPr>
          <p:cNvPr id="25" name="Graphic 24" descr="Checkbox Crossed with solid fill">
            <a:extLst>
              <a:ext uri="{FF2B5EF4-FFF2-40B4-BE49-F238E27FC236}">
                <a16:creationId xmlns:a16="http://schemas.microsoft.com/office/drawing/2014/main" id="{DF591E54-1D32-C13C-9D7F-B401D9D6D7C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54907" y="4848805"/>
            <a:ext cx="401312" cy="401312"/>
          </a:xfrm>
          <a:prstGeom prst="rect">
            <a:avLst/>
          </a:prstGeom>
        </p:spPr>
      </p:pic>
      <p:pic>
        <p:nvPicPr>
          <p:cNvPr id="26" name="Graphic 25" descr="Checkbox Crossed with solid fill">
            <a:extLst>
              <a:ext uri="{FF2B5EF4-FFF2-40B4-BE49-F238E27FC236}">
                <a16:creationId xmlns:a16="http://schemas.microsoft.com/office/drawing/2014/main" id="{30367126-F2D9-2B18-FDE4-DE5B5412ADF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24144" y="4848805"/>
            <a:ext cx="401312" cy="401312"/>
          </a:xfrm>
          <a:prstGeom prst="rect">
            <a:avLst/>
          </a:prstGeom>
        </p:spPr>
      </p:pic>
      <p:pic>
        <p:nvPicPr>
          <p:cNvPr id="27" name="Graphic 26" descr="Checkbox Crossed with solid fill">
            <a:extLst>
              <a:ext uri="{FF2B5EF4-FFF2-40B4-BE49-F238E27FC236}">
                <a16:creationId xmlns:a16="http://schemas.microsoft.com/office/drawing/2014/main" id="{94AE0032-6396-7CFC-DD23-B4CC86CB716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24144" y="5752647"/>
            <a:ext cx="401312" cy="401312"/>
          </a:xfrm>
          <a:prstGeom prst="rect">
            <a:avLst/>
          </a:prstGeom>
        </p:spPr>
      </p:pic>
      <p:pic>
        <p:nvPicPr>
          <p:cNvPr id="28" name="Graphic 27" descr="Checkbox Crossed with solid fill">
            <a:extLst>
              <a:ext uri="{FF2B5EF4-FFF2-40B4-BE49-F238E27FC236}">
                <a16:creationId xmlns:a16="http://schemas.microsoft.com/office/drawing/2014/main" id="{3447C098-23A8-8573-33B5-3F98088888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54907" y="5752647"/>
            <a:ext cx="401312" cy="401312"/>
          </a:xfrm>
          <a:prstGeom prst="rect">
            <a:avLst/>
          </a:prstGeom>
        </p:spPr>
      </p:pic>
      <p:pic>
        <p:nvPicPr>
          <p:cNvPr id="29" name="Graphic 28" descr="Checkbox Crossed with solid fill">
            <a:extLst>
              <a:ext uri="{FF2B5EF4-FFF2-40B4-BE49-F238E27FC236}">
                <a16:creationId xmlns:a16="http://schemas.microsoft.com/office/drawing/2014/main" id="{BCBEC9FA-8937-292E-4522-27C925E94C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85670" y="5752647"/>
            <a:ext cx="401312" cy="401312"/>
          </a:xfrm>
          <a:prstGeom prst="rect">
            <a:avLst/>
          </a:prstGeom>
        </p:spPr>
      </p:pic>
      <p:pic>
        <p:nvPicPr>
          <p:cNvPr id="30" name="Graphic 29" descr="Checkbox Ticked with solid fill">
            <a:extLst>
              <a:ext uri="{FF2B5EF4-FFF2-40B4-BE49-F238E27FC236}">
                <a16:creationId xmlns:a16="http://schemas.microsoft.com/office/drawing/2014/main" id="{9C7B8266-3C6D-B381-6DB0-F16959D3A97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29307" y="2066033"/>
            <a:ext cx="401312" cy="401312"/>
          </a:xfrm>
          <a:prstGeom prst="rect">
            <a:avLst/>
          </a:prstGeom>
        </p:spPr>
      </p:pic>
      <p:pic>
        <p:nvPicPr>
          <p:cNvPr id="31" name="Graphic 30" descr="Checkbox Ticked with solid fill">
            <a:extLst>
              <a:ext uri="{FF2B5EF4-FFF2-40B4-BE49-F238E27FC236}">
                <a16:creationId xmlns:a16="http://schemas.microsoft.com/office/drawing/2014/main" id="{482E84C4-7F83-E497-60B8-968CF42E3B6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29307" y="2980433"/>
            <a:ext cx="401312" cy="401312"/>
          </a:xfrm>
          <a:prstGeom prst="rect">
            <a:avLst/>
          </a:prstGeom>
        </p:spPr>
      </p:pic>
      <p:pic>
        <p:nvPicPr>
          <p:cNvPr id="32" name="Graphic 31" descr="Checkbox Ticked with solid fill">
            <a:extLst>
              <a:ext uri="{FF2B5EF4-FFF2-40B4-BE49-F238E27FC236}">
                <a16:creationId xmlns:a16="http://schemas.microsoft.com/office/drawing/2014/main" id="{9527B964-060B-ED8B-FA70-4417B7A498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6433" y="3894833"/>
            <a:ext cx="401312" cy="401312"/>
          </a:xfrm>
          <a:prstGeom prst="rect">
            <a:avLst/>
          </a:prstGeom>
        </p:spPr>
      </p:pic>
      <p:pic>
        <p:nvPicPr>
          <p:cNvPr id="33" name="Graphic 32" descr="Checkbox Ticked with solid fill">
            <a:extLst>
              <a:ext uri="{FF2B5EF4-FFF2-40B4-BE49-F238E27FC236}">
                <a16:creationId xmlns:a16="http://schemas.microsoft.com/office/drawing/2014/main" id="{935ABDE9-152D-0F7F-F5E4-D537605BB4B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22870" y="4822225"/>
            <a:ext cx="401312" cy="401312"/>
          </a:xfrm>
          <a:prstGeom prst="rect">
            <a:avLst/>
          </a:prstGeom>
        </p:spPr>
      </p:pic>
      <p:pic>
        <p:nvPicPr>
          <p:cNvPr id="34" name="Graphic 33" descr="Checkbox Ticked with solid fill">
            <a:extLst>
              <a:ext uri="{FF2B5EF4-FFF2-40B4-BE49-F238E27FC236}">
                <a16:creationId xmlns:a16="http://schemas.microsoft.com/office/drawing/2014/main" id="{10C80DEA-1452-511A-B6E8-B6A1F4A06D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6433" y="5768867"/>
            <a:ext cx="401312" cy="401312"/>
          </a:xfrm>
          <a:prstGeom prst="rect">
            <a:avLst/>
          </a:prstGeom>
        </p:spPr>
      </p:pic>
    </p:spTree>
    <p:extLst>
      <p:ext uri="{BB962C8B-B14F-4D97-AF65-F5344CB8AC3E}">
        <p14:creationId xmlns:p14="http://schemas.microsoft.com/office/powerpoint/2010/main" val="57777244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6343A"/>
        </a:solidFill>
        <a:effectLst/>
      </p:bgPr>
    </p:bg>
    <p:spTree>
      <p:nvGrpSpPr>
        <p:cNvPr id="1" name="">
          <a:extLst>
            <a:ext uri="{FF2B5EF4-FFF2-40B4-BE49-F238E27FC236}">
              <a16:creationId xmlns:a16="http://schemas.microsoft.com/office/drawing/2014/main" id="{0B56DDDD-C64A-BF03-3786-E591A70CE25E}"/>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BE987C5D-172F-7DF2-6C08-D45B574D404C}"/>
              </a:ext>
            </a:extLst>
          </p:cNvPr>
          <p:cNvSpPr/>
          <p:nvPr/>
        </p:nvSpPr>
        <p:spPr>
          <a:xfrm>
            <a:off x="10470689" y="2686908"/>
            <a:ext cx="1642994" cy="1202462"/>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800">
              <a:solidFill>
                <a:schemeClr val="tx1"/>
              </a:solidFill>
            </a:endParaRPr>
          </a:p>
          <a:p>
            <a:pPr algn="ctr"/>
            <a:r>
              <a:rPr lang="en-GB" sz="1200">
                <a:solidFill>
                  <a:schemeClr val="tx1"/>
                </a:solidFill>
              </a:rPr>
              <a:t>The application focuses on multiple SDG11 goals, important to the overall success of a city.</a:t>
            </a:r>
          </a:p>
          <a:p>
            <a:endParaRPr lang="en-GB" sz="1400">
              <a:solidFill>
                <a:schemeClr val="tx1"/>
              </a:solidFill>
            </a:endParaRPr>
          </a:p>
        </p:txBody>
      </p:sp>
      <p:grpSp>
        <p:nvGrpSpPr>
          <p:cNvPr id="33" name="Group 32">
            <a:extLst>
              <a:ext uri="{FF2B5EF4-FFF2-40B4-BE49-F238E27FC236}">
                <a16:creationId xmlns:a16="http://schemas.microsoft.com/office/drawing/2014/main" id="{EE80288B-3057-5CC4-92EA-A23FA895ED3D}"/>
              </a:ext>
            </a:extLst>
          </p:cNvPr>
          <p:cNvGrpSpPr/>
          <p:nvPr/>
        </p:nvGrpSpPr>
        <p:grpSpPr>
          <a:xfrm flipV="1">
            <a:off x="7989909" y="148419"/>
            <a:ext cx="2602848" cy="2602848"/>
            <a:chOff x="5201206" y="1941877"/>
            <a:chExt cx="2677886" cy="2677886"/>
          </a:xfrm>
        </p:grpSpPr>
        <p:sp>
          <p:nvSpPr>
            <p:cNvPr id="34" name="Teardrop 33">
              <a:extLst>
                <a:ext uri="{FF2B5EF4-FFF2-40B4-BE49-F238E27FC236}">
                  <a16:creationId xmlns:a16="http://schemas.microsoft.com/office/drawing/2014/main" id="{D13CE316-D1EF-87EA-B8A0-C845D4D78806}"/>
                </a:ext>
              </a:extLst>
            </p:cNvPr>
            <p:cNvSpPr/>
            <p:nvPr/>
          </p:nvSpPr>
          <p:spPr>
            <a:xfrm>
              <a:off x="5201206" y="1941877"/>
              <a:ext cx="2677886" cy="2677886"/>
            </a:xfrm>
            <a:prstGeom prst="teardrop">
              <a:avLst/>
            </a:prstGeom>
            <a:solidFill>
              <a:srgbClr val="305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5" name="Oval 34">
              <a:extLst>
                <a:ext uri="{FF2B5EF4-FFF2-40B4-BE49-F238E27FC236}">
                  <a16:creationId xmlns:a16="http://schemas.microsoft.com/office/drawing/2014/main" id="{32932BAE-98B6-CB8D-E870-4826E05DD9E3}"/>
                </a:ext>
              </a:extLst>
            </p:cNvPr>
            <p:cNvSpPr/>
            <p:nvPr/>
          </p:nvSpPr>
          <p:spPr>
            <a:xfrm>
              <a:off x="5566990" y="2307661"/>
              <a:ext cx="1946318" cy="1946318"/>
            </a:xfrm>
            <a:prstGeom prst="ellipse">
              <a:avLst/>
            </a:prstGeom>
            <a:solidFill>
              <a:srgbClr val="E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sp>
        <p:nvSpPr>
          <p:cNvPr id="20" name="Rectangle 19">
            <a:extLst>
              <a:ext uri="{FF2B5EF4-FFF2-40B4-BE49-F238E27FC236}">
                <a16:creationId xmlns:a16="http://schemas.microsoft.com/office/drawing/2014/main" id="{3783EAC7-4803-CF19-7289-CE3CCF3A15D3}"/>
              </a:ext>
            </a:extLst>
          </p:cNvPr>
          <p:cNvSpPr/>
          <p:nvPr/>
        </p:nvSpPr>
        <p:spPr>
          <a:xfrm>
            <a:off x="5180319" y="711686"/>
            <a:ext cx="2604444" cy="930509"/>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800">
              <a:solidFill>
                <a:schemeClr val="tx1"/>
              </a:solidFill>
            </a:endParaRPr>
          </a:p>
          <a:p>
            <a:pPr algn="ctr"/>
            <a:r>
              <a:rPr lang="en-GB" sz="1200">
                <a:solidFill>
                  <a:schemeClr val="tx1"/>
                </a:solidFill>
              </a:rPr>
              <a:t>Scalable and adaptable, this application can be applied to other cities facing similar urban challenges</a:t>
            </a:r>
          </a:p>
          <a:p>
            <a:endParaRPr lang="en-GB" sz="1400">
              <a:solidFill>
                <a:schemeClr val="tx1"/>
              </a:solidFill>
            </a:endParaRPr>
          </a:p>
        </p:txBody>
      </p:sp>
      <p:sp>
        <p:nvSpPr>
          <p:cNvPr id="30" name="Rectangle 29">
            <a:extLst>
              <a:ext uri="{FF2B5EF4-FFF2-40B4-BE49-F238E27FC236}">
                <a16:creationId xmlns:a16="http://schemas.microsoft.com/office/drawing/2014/main" id="{7A6FE3D5-65C0-8F91-62AF-5EAB42B23099}"/>
              </a:ext>
            </a:extLst>
          </p:cNvPr>
          <p:cNvSpPr/>
          <p:nvPr/>
        </p:nvSpPr>
        <p:spPr>
          <a:xfrm>
            <a:off x="3527366" y="1943900"/>
            <a:ext cx="2468392" cy="1076534"/>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800">
              <a:solidFill>
                <a:schemeClr val="tx1"/>
              </a:solidFill>
            </a:endParaRPr>
          </a:p>
          <a:p>
            <a:pPr algn="ctr"/>
            <a:r>
              <a:rPr lang="en-GB" sz="1200">
                <a:solidFill>
                  <a:schemeClr val="tx1"/>
                </a:solidFill>
              </a:rPr>
              <a:t>Data-driven decision making and AI powered analysis in real-time of population and infrastructure ensures better planning</a:t>
            </a:r>
          </a:p>
          <a:p>
            <a:endParaRPr lang="en-GB" sz="1400">
              <a:solidFill>
                <a:schemeClr val="tx1"/>
              </a:solidFill>
            </a:endParaRPr>
          </a:p>
        </p:txBody>
      </p:sp>
      <p:grpSp>
        <p:nvGrpSpPr>
          <p:cNvPr id="7" name="Group 6">
            <a:extLst>
              <a:ext uri="{FF2B5EF4-FFF2-40B4-BE49-F238E27FC236}">
                <a16:creationId xmlns:a16="http://schemas.microsoft.com/office/drawing/2014/main" id="{8172C47D-60F3-F339-EF9F-08739D93E918}"/>
              </a:ext>
            </a:extLst>
          </p:cNvPr>
          <p:cNvGrpSpPr/>
          <p:nvPr/>
        </p:nvGrpSpPr>
        <p:grpSpPr>
          <a:xfrm>
            <a:off x="6123142" y="1472721"/>
            <a:ext cx="2343496" cy="2343496"/>
            <a:chOff x="5201206" y="1941877"/>
            <a:chExt cx="2677886" cy="2677886"/>
          </a:xfrm>
        </p:grpSpPr>
        <p:sp>
          <p:nvSpPr>
            <p:cNvPr id="8" name="Teardrop 7">
              <a:extLst>
                <a:ext uri="{FF2B5EF4-FFF2-40B4-BE49-F238E27FC236}">
                  <a16:creationId xmlns:a16="http://schemas.microsoft.com/office/drawing/2014/main" id="{EDD5FA20-E0F4-D564-6BE8-3C395B3105BA}"/>
                </a:ext>
              </a:extLst>
            </p:cNvPr>
            <p:cNvSpPr/>
            <p:nvPr/>
          </p:nvSpPr>
          <p:spPr>
            <a:xfrm>
              <a:off x="5201206" y="1941877"/>
              <a:ext cx="2677886" cy="2677886"/>
            </a:xfrm>
            <a:prstGeom prst="teardrop">
              <a:avLst/>
            </a:prstGeom>
            <a:solidFill>
              <a:srgbClr val="6B76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rgbClr val="6B7665"/>
                </a:solidFill>
              </a:endParaRPr>
            </a:p>
          </p:txBody>
        </p:sp>
        <p:sp>
          <p:nvSpPr>
            <p:cNvPr id="9" name="Oval 8">
              <a:extLst>
                <a:ext uri="{FF2B5EF4-FFF2-40B4-BE49-F238E27FC236}">
                  <a16:creationId xmlns:a16="http://schemas.microsoft.com/office/drawing/2014/main" id="{7E65E8DB-8160-ED72-949F-BEA3F8E0CBD2}"/>
                </a:ext>
              </a:extLst>
            </p:cNvPr>
            <p:cNvSpPr/>
            <p:nvPr/>
          </p:nvSpPr>
          <p:spPr>
            <a:xfrm>
              <a:off x="5566990" y="2307661"/>
              <a:ext cx="1946318" cy="1946318"/>
            </a:xfrm>
            <a:prstGeom prst="ellipse">
              <a:avLst/>
            </a:prstGeom>
            <a:solidFill>
              <a:srgbClr val="E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grpSp>
        <p:nvGrpSpPr>
          <p:cNvPr id="38" name="Group 37">
            <a:extLst>
              <a:ext uri="{FF2B5EF4-FFF2-40B4-BE49-F238E27FC236}">
                <a16:creationId xmlns:a16="http://schemas.microsoft.com/office/drawing/2014/main" id="{B5C4CA2B-5D9D-4ECA-DDDD-D7B2BD543273}"/>
              </a:ext>
            </a:extLst>
          </p:cNvPr>
          <p:cNvGrpSpPr/>
          <p:nvPr/>
        </p:nvGrpSpPr>
        <p:grpSpPr>
          <a:xfrm>
            <a:off x="4315099" y="2914070"/>
            <a:ext cx="2207066" cy="2207066"/>
            <a:chOff x="6157429" y="1435980"/>
            <a:chExt cx="2207066" cy="2207066"/>
          </a:xfrm>
        </p:grpSpPr>
        <p:grpSp>
          <p:nvGrpSpPr>
            <p:cNvPr id="16" name="Group 15">
              <a:extLst>
                <a:ext uri="{FF2B5EF4-FFF2-40B4-BE49-F238E27FC236}">
                  <a16:creationId xmlns:a16="http://schemas.microsoft.com/office/drawing/2014/main" id="{D7C6A50F-F19F-C901-E918-68DC0E0C6544}"/>
                </a:ext>
              </a:extLst>
            </p:cNvPr>
            <p:cNvGrpSpPr/>
            <p:nvPr/>
          </p:nvGrpSpPr>
          <p:grpSpPr>
            <a:xfrm>
              <a:off x="6157429" y="1435980"/>
              <a:ext cx="2207066" cy="2207066"/>
              <a:chOff x="7696200" y="1426029"/>
              <a:chExt cx="2677886" cy="2677886"/>
            </a:xfrm>
          </p:grpSpPr>
          <p:sp>
            <p:nvSpPr>
              <p:cNvPr id="2" name="Teardrop 1">
                <a:extLst>
                  <a:ext uri="{FF2B5EF4-FFF2-40B4-BE49-F238E27FC236}">
                    <a16:creationId xmlns:a16="http://schemas.microsoft.com/office/drawing/2014/main" id="{894EDC22-5DA1-7C16-F657-D0E43FC42872}"/>
                  </a:ext>
                </a:extLst>
              </p:cNvPr>
              <p:cNvSpPr/>
              <p:nvPr/>
            </p:nvSpPr>
            <p:spPr>
              <a:xfrm>
                <a:off x="7696200" y="1426029"/>
                <a:ext cx="2677886" cy="2677886"/>
              </a:xfrm>
              <a:prstGeom prst="teardrop">
                <a:avLst/>
              </a:prstGeom>
              <a:solidFill>
                <a:srgbClr val="8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F5CB2FD0-4B52-CEDD-70FE-E5F835BA8948}"/>
                  </a:ext>
                </a:extLst>
              </p:cNvPr>
              <p:cNvSpPr/>
              <p:nvPr/>
            </p:nvSpPr>
            <p:spPr>
              <a:xfrm>
                <a:off x="8061984" y="1791813"/>
                <a:ext cx="1946318" cy="1946318"/>
              </a:xfrm>
              <a:prstGeom prst="ellipse">
                <a:avLst/>
              </a:prstGeom>
              <a:solidFill>
                <a:srgbClr val="E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pic>
          <p:nvPicPr>
            <p:cNvPr id="22" name="Graphic 21" descr="Processor outline">
              <a:extLst>
                <a:ext uri="{FF2B5EF4-FFF2-40B4-BE49-F238E27FC236}">
                  <a16:creationId xmlns:a16="http://schemas.microsoft.com/office/drawing/2014/main" id="{B7A3C5F4-1860-A42A-731D-D7BC781806D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1142" y="2119693"/>
              <a:ext cx="839640" cy="839640"/>
            </a:xfrm>
            <a:prstGeom prst="rect">
              <a:avLst/>
            </a:prstGeom>
          </p:spPr>
        </p:pic>
      </p:grpSp>
      <p:sp>
        <p:nvSpPr>
          <p:cNvPr id="21" name="Rectangle 20">
            <a:extLst>
              <a:ext uri="{FF2B5EF4-FFF2-40B4-BE49-F238E27FC236}">
                <a16:creationId xmlns:a16="http://schemas.microsoft.com/office/drawing/2014/main" id="{842727EC-1C0E-79F3-CF03-368B127E0FA2}"/>
              </a:ext>
            </a:extLst>
          </p:cNvPr>
          <p:cNvSpPr/>
          <p:nvPr/>
        </p:nvSpPr>
        <p:spPr>
          <a:xfrm>
            <a:off x="740229" y="5587397"/>
            <a:ext cx="2676686" cy="838803"/>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800">
              <a:solidFill>
                <a:schemeClr val="tx1"/>
              </a:solidFill>
            </a:endParaRPr>
          </a:p>
          <a:p>
            <a:pPr algn="ctr"/>
            <a:r>
              <a:rPr lang="en-GB" sz="1200">
                <a:solidFill>
                  <a:schemeClr val="tx1"/>
                </a:solidFill>
              </a:rPr>
              <a:t>Affordability and accessibility guides, steer developers to low-cost land options, reducing overall housing prices</a:t>
            </a:r>
          </a:p>
          <a:p>
            <a:endParaRPr lang="en-GB" sz="1400">
              <a:solidFill>
                <a:schemeClr val="tx1"/>
              </a:solidFill>
            </a:endParaRPr>
          </a:p>
        </p:txBody>
      </p:sp>
      <p:grpSp>
        <p:nvGrpSpPr>
          <p:cNvPr id="37" name="Group 36">
            <a:extLst>
              <a:ext uri="{FF2B5EF4-FFF2-40B4-BE49-F238E27FC236}">
                <a16:creationId xmlns:a16="http://schemas.microsoft.com/office/drawing/2014/main" id="{960E8140-4359-A69C-49BC-7521C0DD405D}"/>
              </a:ext>
            </a:extLst>
          </p:cNvPr>
          <p:cNvGrpSpPr/>
          <p:nvPr/>
        </p:nvGrpSpPr>
        <p:grpSpPr>
          <a:xfrm>
            <a:off x="3334427" y="4753454"/>
            <a:ext cx="1988458" cy="1988458"/>
            <a:chOff x="4758640" y="2950290"/>
            <a:chExt cx="1988458" cy="1988458"/>
          </a:xfrm>
        </p:grpSpPr>
        <p:grpSp>
          <p:nvGrpSpPr>
            <p:cNvPr id="15" name="Group 14">
              <a:extLst>
                <a:ext uri="{FF2B5EF4-FFF2-40B4-BE49-F238E27FC236}">
                  <a16:creationId xmlns:a16="http://schemas.microsoft.com/office/drawing/2014/main" id="{7017F55D-D84F-C304-7F5E-D4857AF72DC6}"/>
                </a:ext>
              </a:extLst>
            </p:cNvPr>
            <p:cNvGrpSpPr/>
            <p:nvPr/>
          </p:nvGrpSpPr>
          <p:grpSpPr>
            <a:xfrm>
              <a:off x="4758640" y="2950290"/>
              <a:ext cx="1988458" cy="1988458"/>
              <a:chOff x="5201206" y="1941877"/>
              <a:chExt cx="2677886" cy="2677886"/>
            </a:xfrm>
          </p:grpSpPr>
          <p:sp>
            <p:nvSpPr>
              <p:cNvPr id="12" name="Teardrop 11">
                <a:extLst>
                  <a:ext uri="{FF2B5EF4-FFF2-40B4-BE49-F238E27FC236}">
                    <a16:creationId xmlns:a16="http://schemas.microsoft.com/office/drawing/2014/main" id="{3A65FBE2-96E7-2FAA-07E6-1DDF9685116B}"/>
                  </a:ext>
                </a:extLst>
              </p:cNvPr>
              <p:cNvSpPr/>
              <p:nvPr/>
            </p:nvSpPr>
            <p:spPr>
              <a:xfrm>
                <a:off x="5201206" y="1941877"/>
                <a:ext cx="2677886" cy="2677886"/>
              </a:xfrm>
              <a:prstGeom prst="teardrop">
                <a:avLst/>
              </a:prstGeom>
              <a:solidFill>
                <a:srgbClr val="3F6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EB470AC5-3379-A173-4089-BC4772FE107C}"/>
                  </a:ext>
                </a:extLst>
              </p:cNvPr>
              <p:cNvSpPr/>
              <p:nvPr/>
            </p:nvSpPr>
            <p:spPr>
              <a:xfrm>
                <a:off x="5566990" y="2307661"/>
                <a:ext cx="1946318" cy="1946318"/>
              </a:xfrm>
              <a:prstGeom prst="ellipse">
                <a:avLst/>
              </a:prstGeom>
              <a:solidFill>
                <a:srgbClr val="E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pic>
          <p:nvPicPr>
            <p:cNvPr id="26" name="Graphic 25" descr="Bar graph with downward trend outline">
              <a:extLst>
                <a:ext uri="{FF2B5EF4-FFF2-40B4-BE49-F238E27FC236}">
                  <a16:creationId xmlns:a16="http://schemas.microsoft.com/office/drawing/2014/main" id="{9E2F0C25-3736-688B-89F7-7F2EE34ACBB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99458" y="3591108"/>
              <a:ext cx="706822" cy="706822"/>
            </a:xfrm>
            <a:prstGeom prst="rect">
              <a:avLst/>
            </a:prstGeom>
          </p:spPr>
        </p:pic>
      </p:grpSp>
      <p:sp>
        <p:nvSpPr>
          <p:cNvPr id="25" name="Rectangle 24">
            <a:extLst>
              <a:ext uri="{FF2B5EF4-FFF2-40B4-BE49-F238E27FC236}">
                <a16:creationId xmlns:a16="http://schemas.microsoft.com/office/drawing/2014/main" id="{B0508C4E-87A1-9A00-9F40-CCEAAC496A14}"/>
              </a:ext>
            </a:extLst>
          </p:cNvPr>
          <p:cNvSpPr/>
          <p:nvPr/>
        </p:nvSpPr>
        <p:spPr>
          <a:xfrm>
            <a:off x="69214" y="3739497"/>
            <a:ext cx="2378913" cy="1037840"/>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800">
              <a:solidFill>
                <a:schemeClr val="tx1"/>
              </a:solidFill>
            </a:endParaRPr>
          </a:p>
          <a:p>
            <a:pPr algn="ctr"/>
            <a:r>
              <a:rPr lang="en-GB" sz="1200">
                <a:solidFill>
                  <a:schemeClr val="tx1"/>
                </a:solidFill>
              </a:rPr>
              <a:t>Relocation assistance helps slum dwellers find affordable housing closer to workplaces and social services</a:t>
            </a:r>
          </a:p>
          <a:p>
            <a:endParaRPr lang="en-GB" sz="1400">
              <a:solidFill>
                <a:schemeClr val="tx1"/>
              </a:solidFill>
            </a:endParaRPr>
          </a:p>
        </p:txBody>
      </p:sp>
      <p:sp>
        <p:nvSpPr>
          <p:cNvPr id="23" name="Rectangle 22">
            <a:extLst>
              <a:ext uri="{FF2B5EF4-FFF2-40B4-BE49-F238E27FC236}">
                <a16:creationId xmlns:a16="http://schemas.microsoft.com/office/drawing/2014/main" id="{18017F57-9580-9C4F-5216-ED7598C4417C}"/>
              </a:ext>
            </a:extLst>
          </p:cNvPr>
          <p:cNvSpPr/>
          <p:nvPr/>
        </p:nvSpPr>
        <p:spPr>
          <a:xfrm>
            <a:off x="97732" y="1205046"/>
            <a:ext cx="2378913" cy="1047589"/>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800">
              <a:solidFill>
                <a:schemeClr val="tx1"/>
              </a:solidFill>
            </a:endParaRPr>
          </a:p>
          <a:p>
            <a:pPr algn="ctr"/>
            <a:r>
              <a:rPr lang="en-GB" sz="1200">
                <a:solidFill>
                  <a:schemeClr val="tx1"/>
                </a:solidFill>
              </a:rPr>
              <a:t>Better resource allocation enables governments and developers to build housing in optimal locations with minimal congestion</a:t>
            </a:r>
          </a:p>
          <a:p>
            <a:endParaRPr lang="en-GB" sz="1400">
              <a:solidFill>
                <a:schemeClr val="tx1"/>
              </a:solidFill>
            </a:endParaRPr>
          </a:p>
        </p:txBody>
      </p:sp>
      <p:grpSp>
        <p:nvGrpSpPr>
          <p:cNvPr id="17" name="Group 16">
            <a:extLst>
              <a:ext uri="{FF2B5EF4-FFF2-40B4-BE49-F238E27FC236}">
                <a16:creationId xmlns:a16="http://schemas.microsoft.com/office/drawing/2014/main" id="{1FF18AE2-8A5B-4A82-4FB1-8EFB46E8F679}"/>
              </a:ext>
            </a:extLst>
          </p:cNvPr>
          <p:cNvGrpSpPr/>
          <p:nvPr/>
        </p:nvGrpSpPr>
        <p:grpSpPr>
          <a:xfrm flipV="1">
            <a:off x="2336155" y="3332637"/>
            <a:ext cx="1851560" cy="1851560"/>
            <a:chOff x="5201206" y="1941877"/>
            <a:chExt cx="2677886" cy="2677886"/>
          </a:xfrm>
        </p:grpSpPr>
        <p:sp>
          <p:nvSpPr>
            <p:cNvPr id="18" name="Teardrop 17">
              <a:extLst>
                <a:ext uri="{FF2B5EF4-FFF2-40B4-BE49-F238E27FC236}">
                  <a16:creationId xmlns:a16="http://schemas.microsoft.com/office/drawing/2014/main" id="{4BAE73DF-2539-7A33-8691-362DC7026A5F}"/>
                </a:ext>
              </a:extLst>
            </p:cNvPr>
            <p:cNvSpPr/>
            <p:nvPr/>
          </p:nvSpPr>
          <p:spPr>
            <a:xfrm>
              <a:off x="5201206" y="1941877"/>
              <a:ext cx="2677886" cy="2677886"/>
            </a:xfrm>
            <a:prstGeom prst="teardrop">
              <a:avLst/>
            </a:prstGeom>
            <a:solidFill>
              <a:srgbClr val="7C91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6DD8F032-803B-A775-181C-DC6FCFDA2592}"/>
                </a:ext>
              </a:extLst>
            </p:cNvPr>
            <p:cNvSpPr/>
            <p:nvPr/>
          </p:nvSpPr>
          <p:spPr>
            <a:xfrm>
              <a:off x="5566990" y="2307661"/>
              <a:ext cx="1946318" cy="1946318"/>
            </a:xfrm>
            <a:prstGeom prst="ellipse">
              <a:avLst/>
            </a:prstGeom>
            <a:solidFill>
              <a:srgbClr val="E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grpSp>
        <p:nvGrpSpPr>
          <p:cNvPr id="36" name="Group 35">
            <a:extLst>
              <a:ext uri="{FF2B5EF4-FFF2-40B4-BE49-F238E27FC236}">
                <a16:creationId xmlns:a16="http://schemas.microsoft.com/office/drawing/2014/main" id="{553F1FB7-6276-6D20-E711-DFB48902D174}"/>
              </a:ext>
            </a:extLst>
          </p:cNvPr>
          <p:cNvGrpSpPr/>
          <p:nvPr/>
        </p:nvGrpSpPr>
        <p:grpSpPr>
          <a:xfrm>
            <a:off x="1651378" y="1969143"/>
            <a:ext cx="1650534" cy="1650534"/>
            <a:chOff x="2083952" y="3341574"/>
            <a:chExt cx="1650534" cy="1650534"/>
          </a:xfrm>
        </p:grpSpPr>
        <p:grpSp>
          <p:nvGrpSpPr>
            <p:cNvPr id="10" name="Group 9">
              <a:extLst>
                <a:ext uri="{FF2B5EF4-FFF2-40B4-BE49-F238E27FC236}">
                  <a16:creationId xmlns:a16="http://schemas.microsoft.com/office/drawing/2014/main" id="{0D173974-5D77-FF2E-0EB6-5BA18C944EED}"/>
                </a:ext>
              </a:extLst>
            </p:cNvPr>
            <p:cNvGrpSpPr/>
            <p:nvPr/>
          </p:nvGrpSpPr>
          <p:grpSpPr>
            <a:xfrm flipV="1">
              <a:off x="2083952" y="3341574"/>
              <a:ext cx="1650534" cy="1650534"/>
              <a:chOff x="5201206" y="1941877"/>
              <a:chExt cx="2677886" cy="2677886"/>
            </a:xfrm>
          </p:grpSpPr>
          <p:sp>
            <p:nvSpPr>
              <p:cNvPr id="11" name="Teardrop 10">
                <a:extLst>
                  <a:ext uri="{FF2B5EF4-FFF2-40B4-BE49-F238E27FC236}">
                    <a16:creationId xmlns:a16="http://schemas.microsoft.com/office/drawing/2014/main" id="{64C41EB3-BEDF-651D-F480-E9D2817B6322}"/>
                  </a:ext>
                </a:extLst>
              </p:cNvPr>
              <p:cNvSpPr/>
              <p:nvPr/>
            </p:nvSpPr>
            <p:spPr>
              <a:xfrm>
                <a:off x="5201206" y="1941877"/>
                <a:ext cx="2677886" cy="2677886"/>
              </a:xfrm>
              <a:prstGeom prst="teardrop">
                <a:avLst/>
              </a:prstGeom>
              <a:solidFill>
                <a:srgbClr val="5C5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4926DCBA-4068-DC97-0014-AB0DC5D3C570}"/>
                  </a:ext>
                </a:extLst>
              </p:cNvPr>
              <p:cNvSpPr/>
              <p:nvPr/>
            </p:nvSpPr>
            <p:spPr>
              <a:xfrm>
                <a:off x="5566990" y="2307661"/>
                <a:ext cx="1946318" cy="1946318"/>
              </a:xfrm>
              <a:prstGeom prst="ellipse">
                <a:avLst/>
              </a:prstGeom>
              <a:solidFill>
                <a:srgbClr val="E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pic>
          <p:nvPicPr>
            <p:cNvPr id="24" name="Graphic 23" descr="Architecture outline">
              <a:extLst>
                <a:ext uri="{FF2B5EF4-FFF2-40B4-BE49-F238E27FC236}">
                  <a16:creationId xmlns:a16="http://schemas.microsoft.com/office/drawing/2014/main" id="{DFE50C27-AB10-38C1-6883-E645BD7B424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49289" y="3805137"/>
              <a:ext cx="719860" cy="719860"/>
            </a:xfrm>
            <a:prstGeom prst="rect">
              <a:avLst/>
            </a:prstGeom>
          </p:spPr>
        </p:pic>
      </p:grpSp>
      <p:grpSp>
        <p:nvGrpSpPr>
          <p:cNvPr id="41" name="Group 40">
            <a:extLst>
              <a:ext uri="{FF2B5EF4-FFF2-40B4-BE49-F238E27FC236}">
                <a16:creationId xmlns:a16="http://schemas.microsoft.com/office/drawing/2014/main" id="{01349BB5-7650-A152-52B2-29AAECE4CC14}"/>
              </a:ext>
            </a:extLst>
          </p:cNvPr>
          <p:cNvGrpSpPr/>
          <p:nvPr/>
        </p:nvGrpSpPr>
        <p:grpSpPr>
          <a:xfrm>
            <a:off x="7529266" y="3849102"/>
            <a:ext cx="4583611" cy="2925695"/>
            <a:chOff x="7163516" y="3816217"/>
            <a:chExt cx="4583611" cy="2925695"/>
          </a:xfrm>
        </p:grpSpPr>
        <p:sp>
          <p:nvSpPr>
            <p:cNvPr id="40" name="Rectangle 39">
              <a:extLst>
                <a:ext uri="{FF2B5EF4-FFF2-40B4-BE49-F238E27FC236}">
                  <a16:creationId xmlns:a16="http://schemas.microsoft.com/office/drawing/2014/main" id="{AFE083ED-83DB-14D8-0A7D-0ECA8E2A78DA}"/>
                </a:ext>
              </a:extLst>
            </p:cNvPr>
            <p:cNvSpPr/>
            <p:nvPr/>
          </p:nvSpPr>
          <p:spPr>
            <a:xfrm>
              <a:off x="7163516" y="3816217"/>
              <a:ext cx="4583611" cy="2925695"/>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800">
                <a:solidFill>
                  <a:schemeClr val="tx1"/>
                </a:solidFill>
              </a:endParaRPr>
            </a:p>
            <a:p>
              <a:endParaRPr lang="en-GB" sz="1400">
                <a:solidFill>
                  <a:schemeClr val="tx1"/>
                </a:solidFill>
              </a:endParaRPr>
            </a:p>
          </p:txBody>
        </p:sp>
        <p:pic>
          <p:nvPicPr>
            <p:cNvPr id="32" name="Picture 31" descr="A collection of signs with text&#10;&#10;AI-generated content may be incorrect.">
              <a:extLst>
                <a:ext uri="{FF2B5EF4-FFF2-40B4-BE49-F238E27FC236}">
                  <a16:creationId xmlns:a16="http://schemas.microsoft.com/office/drawing/2014/main" id="{FEE36157-2F8F-EDE6-DA50-0D2027AC466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09898" y="3926256"/>
              <a:ext cx="4325162" cy="2815656"/>
            </a:xfrm>
            <a:prstGeom prst="rect">
              <a:avLst/>
            </a:prstGeom>
          </p:spPr>
        </p:pic>
      </p:grpSp>
      <p:pic>
        <p:nvPicPr>
          <p:cNvPr id="43" name="Graphic 42" descr="User network outline">
            <a:extLst>
              <a:ext uri="{FF2B5EF4-FFF2-40B4-BE49-F238E27FC236}">
                <a16:creationId xmlns:a16="http://schemas.microsoft.com/office/drawing/2014/main" id="{5638B3C6-BCBB-2E6C-B712-0558C653432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907450" y="3889370"/>
            <a:ext cx="737628" cy="737628"/>
          </a:xfrm>
          <a:prstGeom prst="rect">
            <a:avLst/>
          </a:prstGeom>
        </p:spPr>
      </p:pic>
      <p:pic>
        <p:nvPicPr>
          <p:cNvPr id="48" name="Graphic 47" descr="Globe outline">
            <a:extLst>
              <a:ext uri="{FF2B5EF4-FFF2-40B4-BE49-F238E27FC236}">
                <a16:creationId xmlns:a16="http://schemas.microsoft.com/office/drawing/2014/main" id="{0128E961-8FA5-7FC1-C26D-A19C0A23CED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932173" y="2275655"/>
            <a:ext cx="737628" cy="737628"/>
          </a:xfrm>
          <a:prstGeom prst="rect">
            <a:avLst/>
          </a:prstGeom>
        </p:spPr>
      </p:pic>
      <p:pic>
        <p:nvPicPr>
          <p:cNvPr id="50" name="Graphic 49" descr="Treasure Map outline">
            <a:extLst>
              <a:ext uri="{FF2B5EF4-FFF2-40B4-BE49-F238E27FC236}">
                <a16:creationId xmlns:a16="http://schemas.microsoft.com/office/drawing/2014/main" id="{EC37C141-006C-BF8C-0B23-EBBDFD0A7B7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936202" y="1097374"/>
            <a:ext cx="704938" cy="704938"/>
          </a:xfrm>
          <a:prstGeom prst="rect">
            <a:avLst/>
          </a:prstGeom>
        </p:spPr>
      </p:pic>
      <p:sp>
        <p:nvSpPr>
          <p:cNvPr id="51" name="TextBox 50">
            <a:extLst>
              <a:ext uri="{FF2B5EF4-FFF2-40B4-BE49-F238E27FC236}">
                <a16:creationId xmlns:a16="http://schemas.microsoft.com/office/drawing/2014/main" id="{916C4EAD-6B37-55F7-C154-98B758018225}"/>
              </a:ext>
            </a:extLst>
          </p:cNvPr>
          <p:cNvSpPr txBox="1"/>
          <p:nvPr/>
        </p:nvSpPr>
        <p:spPr>
          <a:xfrm>
            <a:off x="320805" y="306152"/>
            <a:ext cx="5295356" cy="523220"/>
          </a:xfrm>
          <a:prstGeom prst="rect">
            <a:avLst/>
          </a:prstGeom>
          <a:noFill/>
        </p:spPr>
        <p:txBody>
          <a:bodyPr wrap="square" rtlCol="0">
            <a:spAutoFit/>
          </a:bodyPr>
          <a:lstStyle/>
          <a:p>
            <a:r>
              <a:rPr lang="en-GB" sz="2800" b="1">
                <a:solidFill>
                  <a:schemeClr val="bg1"/>
                </a:solidFill>
                <a:latin typeface="+mj-lt"/>
              </a:rPr>
              <a:t>Our Unique Selling Point</a:t>
            </a:r>
          </a:p>
        </p:txBody>
      </p:sp>
      <p:sp>
        <p:nvSpPr>
          <p:cNvPr id="27" name="Rectangle 26">
            <a:extLst>
              <a:ext uri="{FF2B5EF4-FFF2-40B4-BE49-F238E27FC236}">
                <a16:creationId xmlns:a16="http://schemas.microsoft.com/office/drawing/2014/main" id="{8CEE0C7D-AE38-1795-0137-8CA6FABA94B4}"/>
              </a:ext>
            </a:extLst>
          </p:cNvPr>
          <p:cNvSpPr/>
          <p:nvPr/>
        </p:nvSpPr>
        <p:spPr>
          <a:xfrm>
            <a:off x="248425" y="1077211"/>
            <a:ext cx="2088375" cy="252000"/>
          </a:xfrm>
          <a:prstGeom prst="rect">
            <a:avLst/>
          </a:prstGeom>
          <a:solidFill>
            <a:srgbClr val="5C5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a:solidFill>
                  <a:schemeClr val="bg1"/>
                </a:solidFill>
              </a:rPr>
              <a:t>Resource Allocation</a:t>
            </a:r>
          </a:p>
        </p:txBody>
      </p:sp>
      <p:sp>
        <p:nvSpPr>
          <p:cNvPr id="28" name="Rectangle 27">
            <a:extLst>
              <a:ext uri="{FF2B5EF4-FFF2-40B4-BE49-F238E27FC236}">
                <a16:creationId xmlns:a16="http://schemas.microsoft.com/office/drawing/2014/main" id="{5E49C4F3-7993-7994-5C7B-3A782318C253}"/>
              </a:ext>
            </a:extLst>
          </p:cNvPr>
          <p:cNvSpPr/>
          <p:nvPr/>
        </p:nvSpPr>
        <p:spPr>
          <a:xfrm>
            <a:off x="243000" y="3607358"/>
            <a:ext cx="2088375" cy="252000"/>
          </a:xfrm>
          <a:prstGeom prst="rect">
            <a:avLst/>
          </a:prstGeom>
          <a:solidFill>
            <a:srgbClr val="7C91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a:solidFill>
                  <a:schemeClr val="bg1"/>
                </a:solidFill>
              </a:rPr>
              <a:t>Relocation Assistant</a:t>
            </a:r>
          </a:p>
        </p:txBody>
      </p:sp>
      <p:sp>
        <p:nvSpPr>
          <p:cNvPr id="29" name="Rectangle 28">
            <a:extLst>
              <a:ext uri="{FF2B5EF4-FFF2-40B4-BE49-F238E27FC236}">
                <a16:creationId xmlns:a16="http://schemas.microsoft.com/office/drawing/2014/main" id="{4E2242AB-8161-83DA-2E5E-70CF331117CB}"/>
              </a:ext>
            </a:extLst>
          </p:cNvPr>
          <p:cNvSpPr/>
          <p:nvPr/>
        </p:nvSpPr>
        <p:spPr>
          <a:xfrm>
            <a:off x="1031284" y="5461397"/>
            <a:ext cx="2088375" cy="252000"/>
          </a:xfrm>
          <a:prstGeom prst="rect">
            <a:avLst/>
          </a:prstGeom>
          <a:solidFill>
            <a:srgbClr val="3F6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a:solidFill>
                  <a:schemeClr val="bg1"/>
                </a:solidFill>
              </a:rPr>
              <a:t>Guides</a:t>
            </a:r>
          </a:p>
        </p:txBody>
      </p:sp>
      <p:sp>
        <p:nvSpPr>
          <p:cNvPr id="31" name="Rectangle 30">
            <a:extLst>
              <a:ext uri="{FF2B5EF4-FFF2-40B4-BE49-F238E27FC236}">
                <a16:creationId xmlns:a16="http://schemas.microsoft.com/office/drawing/2014/main" id="{578C8047-A2FF-0899-E669-E09653C9BEC5}"/>
              </a:ext>
            </a:extLst>
          </p:cNvPr>
          <p:cNvSpPr/>
          <p:nvPr/>
        </p:nvSpPr>
        <p:spPr>
          <a:xfrm>
            <a:off x="3717374" y="1817668"/>
            <a:ext cx="2088375" cy="252000"/>
          </a:xfrm>
          <a:prstGeom prst="rect">
            <a:avLst/>
          </a:prstGeom>
          <a:solidFill>
            <a:srgbClr val="8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a:solidFill>
                  <a:schemeClr val="bg1"/>
                </a:solidFill>
              </a:rPr>
              <a:t>Data-Driven and AI</a:t>
            </a:r>
          </a:p>
        </p:txBody>
      </p:sp>
      <p:sp>
        <p:nvSpPr>
          <p:cNvPr id="42" name="Rectangle 41">
            <a:extLst>
              <a:ext uri="{FF2B5EF4-FFF2-40B4-BE49-F238E27FC236}">
                <a16:creationId xmlns:a16="http://schemas.microsoft.com/office/drawing/2014/main" id="{E9635A8F-5EA5-4629-AF86-DED790BFB156}"/>
              </a:ext>
            </a:extLst>
          </p:cNvPr>
          <p:cNvSpPr/>
          <p:nvPr/>
        </p:nvSpPr>
        <p:spPr>
          <a:xfrm>
            <a:off x="5477977" y="571965"/>
            <a:ext cx="2088375" cy="252000"/>
          </a:xfrm>
          <a:prstGeom prst="rect">
            <a:avLst/>
          </a:prstGeom>
          <a:solidFill>
            <a:srgbClr val="6B76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a:solidFill>
                  <a:schemeClr val="bg1"/>
                </a:solidFill>
              </a:rPr>
              <a:t>Adaptable</a:t>
            </a:r>
          </a:p>
        </p:txBody>
      </p:sp>
      <p:sp>
        <p:nvSpPr>
          <p:cNvPr id="44" name="Rectangle 43">
            <a:extLst>
              <a:ext uri="{FF2B5EF4-FFF2-40B4-BE49-F238E27FC236}">
                <a16:creationId xmlns:a16="http://schemas.microsoft.com/office/drawing/2014/main" id="{D2361451-532F-333D-AAEB-FDD14D479C33}"/>
              </a:ext>
            </a:extLst>
          </p:cNvPr>
          <p:cNvSpPr/>
          <p:nvPr/>
        </p:nvSpPr>
        <p:spPr>
          <a:xfrm>
            <a:off x="10633924" y="2561403"/>
            <a:ext cx="1316523" cy="252000"/>
          </a:xfrm>
          <a:prstGeom prst="rect">
            <a:avLst/>
          </a:prstGeom>
          <a:solidFill>
            <a:srgbClr val="305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a:solidFill>
                  <a:schemeClr val="bg1"/>
                </a:solidFill>
              </a:rPr>
              <a:t>Focused</a:t>
            </a:r>
          </a:p>
        </p:txBody>
      </p:sp>
    </p:spTree>
    <p:extLst>
      <p:ext uri="{BB962C8B-B14F-4D97-AF65-F5344CB8AC3E}">
        <p14:creationId xmlns:p14="http://schemas.microsoft.com/office/powerpoint/2010/main" val="96878954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6343A"/>
        </a:solidFill>
        <a:effectLst/>
      </p:bgPr>
    </p:bg>
    <p:spTree>
      <p:nvGrpSpPr>
        <p:cNvPr id="1" name="">
          <a:extLst>
            <a:ext uri="{FF2B5EF4-FFF2-40B4-BE49-F238E27FC236}">
              <a16:creationId xmlns:a16="http://schemas.microsoft.com/office/drawing/2014/main" id="{7FC072BD-DBD5-328F-CB47-BF2ABBB3D73E}"/>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B49F0913-F47E-A0F3-AD8F-92FA25BD0FEF}"/>
              </a:ext>
            </a:extLst>
          </p:cNvPr>
          <p:cNvGrpSpPr/>
          <p:nvPr/>
        </p:nvGrpSpPr>
        <p:grpSpPr>
          <a:xfrm>
            <a:off x="-856200" y="1372079"/>
            <a:ext cx="6311218" cy="4613006"/>
            <a:chOff x="-644331" y="1491825"/>
            <a:chExt cx="6311218" cy="4613006"/>
          </a:xfrm>
        </p:grpSpPr>
        <p:sp>
          <p:nvSpPr>
            <p:cNvPr id="10" name="Right Triangle 9">
              <a:extLst>
                <a:ext uri="{FF2B5EF4-FFF2-40B4-BE49-F238E27FC236}">
                  <a16:creationId xmlns:a16="http://schemas.microsoft.com/office/drawing/2014/main" id="{DC3E56C4-4E09-7E93-8C2B-8ABF69077650}"/>
                </a:ext>
              </a:extLst>
            </p:cNvPr>
            <p:cNvSpPr/>
            <p:nvPr/>
          </p:nvSpPr>
          <p:spPr>
            <a:xfrm rot="13500000">
              <a:off x="-644331" y="2173659"/>
              <a:ext cx="3245726" cy="3245726"/>
            </a:xfrm>
            <a:prstGeom prst="rtTriangle">
              <a:avLst/>
            </a:prstGeom>
            <a:solidFill>
              <a:srgbClr val="8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3" name="Free-form: Shape 32">
              <a:extLst>
                <a:ext uri="{FF2B5EF4-FFF2-40B4-BE49-F238E27FC236}">
                  <a16:creationId xmlns:a16="http://schemas.microsoft.com/office/drawing/2014/main" id="{178C3383-75D3-1E4D-8D84-1734AB9A6EC4}"/>
                </a:ext>
              </a:extLst>
            </p:cNvPr>
            <p:cNvSpPr/>
            <p:nvPr/>
          </p:nvSpPr>
          <p:spPr>
            <a:xfrm>
              <a:off x="1076739" y="1491825"/>
              <a:ext cx="4590148" cy="2272213"/>
            </a:xfrm>
            <a:custGeom>
              <a:avLst/>
              <a:gdLst>
                <a:gd name="connsiteX0" fmla="*/ 0 w 4590148"/>
                <a:gd name="connsiteY0" fmla="*/ 0 h 2272213"/>
                <a:gd name="connsiteX1" fmla="*/ 4590148 w 4590148"/>
                <a:gd name="connsiteY1" fmla="*/ 0 h 2272213"/>
                <a:gd name="connsiteX2" fmla="*/ 4590148 w 4590148"/>
                <a:gd name="connsiteY2" fmla="*/ 2272213 h 2272213"/>
                <a:gd name="connsiteX3" fmla="*/ 2272212 w 4590148"/>
                <a:gd name="connsiteY3" fmla="*/ 2272213 h 2272213"/>
                <a:gd name="connsiteX4" fmla="*/ 0 w 4590148"/>
                <a:gd name="connsiteY4" fmla="*/ 1 h 2272213"/>
                <a:gd name="connsiteX5" fmla="*/ 0 w 4590148"/>
                <a:gd name="connsiteY5" fmla="*/ 0 h 227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0148" h="2272213">
                  <a:moveTo>
                    <a:pt x="0" y="0"/>
                  </a:moveTo>
                  <a:lnTo>
                    <a:pt x="4590148" y="0"/>
                  </a:lnTo>
                  <a:lnTo>
                    <a:pt x="4590148" y="2272213"/>
                  </a:lnTo>
                  <a:lnTo>
                    <a:pt x="2272212" y="2272213"/>
                  </a:lnTo>
                  <a:lnTo>
                    <a:pt x="0" y="1"/>
                  </a:lnTo>
                  <a:lnTo>
                    <a:pt x="0" y="0"/>
                  </a:lnTo>
                  <a:close/>
                </a:path>
              </a:pathLst>
            </a:custGeom>
            <a:solidFill>
              <a:srgbClr val="6B7665"/>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30" name="Free-form: Shape 29">
              <a:extLst>
                <a:ext uri="{FF2B5EF4-FFF2-40B4-BE49-F238E27FC236}">
                  <a16:creationId xmlns:a16="http://schemas.microsoft.com/office/drawing/2014/main" id="{794D683A-01B6-A5B8-B6BE-59AA84DD17A0}"/>
                </a:ext>
              </a:extLst>
            </p:cNvPr>
            <p:cNvSpPr/>
            <p:nvPr/>
          </p:nvSpPr>
          <p:spPr>
            <a:xfrm>
              <a:off x="1076739" y="3832615"/>
              <a:ext cx="4590147" cy="2272216"/>
            </a:xfrm>
            <a:custGeom>
              <a:avLst/>
              <a:gdLst>
                <a:gd name="connsiteX0" fmla="*/ 2272216 w 4590147"/>
                <a:gd name="connsiteY0" fmla="*/ 0 h 2272216"/>
                <a:gd name="connsiteX1" fmla="*/ 4590147 w 4590147"/>
                <a:gd name="connsiteY1" fmla="*/ 0 h 2272216"/>
                <a:gd name="connsiteX2" fmla="*/ 4590147 w 4590147"/>
                <a:gd name="connsiteY2" fmla="*/ 2272216 h 2272216"/>
                <a:gd name="connsiteX3" fmla="*/ 0 w 4590147"/>
                <a:gd name="connsiteY3" fmla="*/ 2272216 h 2272216"/>
                <a:gd name="connsiteX4" fmla="*/ 2272216 w 4590147"/>
                <a:gd name="connsiteY4" fmla="*/ 0 h 2272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0147" h="2272216">
                  <a:moveTo>
                    <a:pt x="2272216" y="0"/>
                  </a:moveTo>
                  <a:lnTo>
                    <a:pt x="4590147" y="0"/>
                  </a:lnTo>
                  <a:lnTo>
                    <a:pt x="4590147" y="2272216"/>
                  </a:lnTo>
                  <a:lnTo>
                    <a:pt x="0" y="2272216"/>
                  </a:lnTo>
                  <a:lnTo>
                    <a:pt x="2272216" y="0"/>
                  </a:lnTo>
                  <a:close/>
                </a:path>
              </a:pathLst>
            </a:custGeom>
            <a:solidFill>
              <a:srgbClr val="7C9192"/>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grpSp>
          <p:nvGrpSpPr>
            <p:cNvPr id="51" name="Group 50">
              <a:extLst>
                <a:ext uri="{FF2B5EF4-FFF2-40B4-BE49-F238E27FC236}">
                  <a16:creationId xmlns:a16="http://schemas.microsoft.com/office/drawing/2014/main" id="{10EC7731-9F04-9B83-DCCB-359D9100ECD7}"/>
                </a:ext>
              </a:extLst>
            </p:cNvPr>
            <p:cNvGrpSpPr/>
            <p:nvPr/>
          </p:nvGrpSpPr>
          <p:grpSpPr>
            <a:xfrm rot="13500000" flipH="1" flipV="1">
              <a:off x="2335927" y="2893082"/>
              <a:ext cx="1810488" cy="1810488"/>
              <a:chOff x="5201206" y="1941877"/>
              <a:chExt cx="2677886" cy="2677886"/>
            </a:xfrm>
          </p:grpSpPr>
          <p:sp>
            <p:nvSpPr>
              <p:cNvPr id="52" name="Teardrop 51">
                <a:extLst>
                  <a:ext uri="{FF2B5EF4-FFF2-40B4-BE49-F238E27FC236}">
                    <a16:creationId xmlns:a16="http://schemas.microsoft.com/office/drawing/2014/main" id="{F29A30AD-B9CA-F113-8251-78ADB4A62A06}"/>
                  </a:ext>
                </a:extLst>
              </p:cNvPr>
              <p:cNvSpPr/>
              <p:nvPr/>
            </p:nvSpPr>
            <p:spPr>
              <a:xfrm>
                <a:off x="5201206" y="1941877"/>
                <a:ext cx="2677886" cy="2677886"/>
              </a:xfrm>
              <a:prstGeom prst="teardrop">
                <a:avLst/>
              </a:prstGeom>
              <a:solidFill>
                <a:srgbClr val="26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3" name="Oval 52">
                <a:extLst>
                  <a:ext uri="{FF2B5EF4-FFF2-40B4-BE49-F238E27FC236}">
                    <a16:creationId xmlns:a16="http://schemas.microsoft.com/office/drawing/2014/main" id="{5AC99F1C-A2FF-EA37-8DB4-7CF27003B64F}"/>
                  </a:ext>
                </a:extLst>
              </p:cNvPr>
              <p:cNvSpPr/>
              <p:nvPr/>
            </p:nvSpPr>
            <p:spPr>
              <a:xfrm>
                <a:off x="5566990" y="2307661"/>
                <a:ext cx="1946318" cy="1946318"/>
              </a:xfrm>
              <a:prstGeom prst="ellipse">
                <a:avLst/>
              </a:prstGeom>
              <a:solidFill>
                <a:srgbClr val="E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pic>
          <p:nvPicPr>
            <p:cNvPr id="57" name="Graphic 56" descr="Present outline">
              <a:extLst>
                <a:ext uri="{FF2B5EF4-FFF2-40B4-BE49-F238E27FC236}">
                  <a16:creationId xmlns:a16="http://schemas.microsoft.com/office/drawing/2014/main" id="{3DA1F63C-CE0A-1AA7-4AC6-9E43DFF616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83970" y="3300822"/>
              <a:ext cx="914400" cy="914400"/>
            </a:xfrm>
            <a:prstGeom prst="rect">
              <a:avLst/>
            </a:prstGeom>
          </p:spPr>
        </p:pic>
      </p:grpSp>
      <p:grpSp>
        <p:nvGrpSpPr>
          <p:cNvPr id="62" name="Group 61">
            <a:extLst>
              <a:ext uri="{FF2B5EF4-FFF2-40B4-BE49-F238E27FC236}">
                <a16:creationId xmlns:a16="http://schemas.microsoft.com/office/drawing/2014/main" id="{4BD3AEF8-F630-6CF5-F452-B21248F57D5F}"/>
              </a:ext>
            </a:extLst>
          </p:cNvPr>
          <p:cNvGrpSpPr/>
          <p:nvPr/>
        </p:nvGrpSpPr>
        <p:grpSpPr>
          <a:xfrm>
            <a:off x="5771978" y="1582116"/>
            <a:ext cx="6423642" cy="5565048"/>
            <a:chOff x="5895479" y="1701862"/>
            <a:chExt cx="6423642" cy="5565048"/>
          </a:xfrm>
        </p:grpSpPr>
        <p:sp>
          <p:nvSpPr>
            <p:cNvPr id="40" name="Free-form: Shape 39">
              <a:extLst>
                <a:ext uri="{FF2B5EF4-FFF2-40B4-BE49-F238E27FC236}">
                  <a16:creationId xmlns:a16="http://schemas.microsoft.com/office/drawing/2014/main" id="{8EB85CD3-BBD8-36A5-0D33-B56BB7D85F54}"/>
                </a:ext>
              </a:extLst>
            </p:cNvPr>
            <p:cNvSpPr/>
            <p:nvPr/>
          </p:nvSpPr>
          <p:spPr>
            <a:xfrm rot="13500000">
              <a:off x="9603370" y="2468321"/>
              <a:ext cx="2681142" cy="2750360"/>
            </a:xfrm>
            <a:custGeom>
              <a:avLst/>
              <a:gdLst>
                <a:gd name="connsiteX0" fmla="*/ 2603361 w 2603361"/>
                <a:gd name="connsiteY0" fmla="*/ 2658391 h 2670569"/>
                <a:gd name="connsiteX1" fmla="*/ 2362201 w 2603361"/>
                <a:gd name="connsiteY1" fmla="*/ 2670569 h 2670569"/>
                <a:gd name="connsiteX2" fmla="*/ 0 w 2603361"/>
                <a:gd name="connsiteY2" fmla="*/ 308368 h 2670569"/>
                <a:gd name="connsiteX3" fmla="*/ 12196 w 2603361"/>
                <a:gd name="connsiteY3" fmla="*/ 66846 h 2670569"/>
                <a:gd name="connsiteX4" fmla="*/ 22398 w 2603361"/>
                <a:gd name="connsiteY4" fmla="*/ 0 h 2670569"/>
                <a:gd name="connsiteX5" fmla="*/ 2603361 w 2603361"/>
                <a:gd name="connsiteY5" fmla="*/ 0 h 2670569"/>
                <a:gd name="connsiteX6" fmla="*/ 2603361 w 2603361"/>
                <a:gd name="connsiteY6" fmla="*/ 2658391 h 267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03361" h="2670569">
                  <a:moveTo>
                    <a:pt x="2603361" y="2658391"/>
                  </a:moveTo>
                  <a:lnTo>
                    <a:pt x="2362201" y="2670569"/>
                  </a:lnTo>
                  <a:cubicBezTo>
                    <a:pt x="1057594" y="2670568"/>
                    <a:pt x="1" y="1612975"/>
                    <a:pt x="0" y="308368"/>
                  </a:cubicBezTo>
                  <a:cubicBezTo>
                    <a:pt x="0" y="226830"/>
                    <a:pt x="4132" y="146257"/>
                    <a:pt x="12196" y="66846"/>
                  </a:cubicBezTo>
                  <a:lnTo>
                    <a:pt x="22398" y="0"/>
                  </a:lnTo>
                  <a:lnTo>
                    <a:pt x="2603361" y="0"/>
                  </a:lnTo>
                  <a:lnTo>
                    <a:pt x="2603361" y="2658391"/>
                  </a:lnTo>
                  <a:close/>
                </a:path>
              </a:pathLst>
            </a:custGeom>
            <a:solidFill>
              <a:srgbClr val="57534A"/>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45" name="Free-form: Shape 44">
              <a:extLst>
                <a:ext uri="{FF2B5EF4-FFF2-40B4-BE49-F238E27FC236}">
                  <a16:creationId xmlns:a16="http://schemas.microsoft.com/office/drawing/2014/main" id="{6E376913-A29A-215F-A599-2F73204BD562}"/>
                </a:ext>
              </a:extLst>
            </p:cNvPr>
            <p:cNvSpPr/>
            <p:nvPr/>
          </p:nvSpPr>
          <p:spPr>
            <a:xfrm rot="13500000">
              <a:off x="7241700" y="355641"/>
              <a:ext cx="2238818" cy="4931260"/>
            </a:xfrm>
            <a:custGeom>
              <a:avLst/>
              <a:gdLst>
                <a:gd name="connsiteX0" fmla="*/ 1429168 w 2121040"/>
                <a:gd name="connsiteY0" fmla="*/ 3992145 h 4671840"/>
                <a:gd name="connsiteX1" fmla="*/ 361 w 2121040"/>
                <a:gd name="connsiteY1" fmla="*/ 4671821 h 4671840"/>
                <a:gd name="connsiteX2" fmla="*/ 0 w 2121040"/>
                <a:gd name="connsiteY2" fmla="*/ 4671840 h 4671840"/>
                <a:gd name="connsiteX3" fmla="*/ 0 w 2121040"/>
                <a:gd name="connsiteY3" fmla="*/ 2048264 h 4671840"/>
                <a:gd name="connsiteX4" fmla="*/ 2121040 w 2121040"/>
                <a:gd name="connsiteY4" fmla="*/ 0 h 4671840"/>
                <a:gd name="connsiteX5" fmla="*/ 2121039 w 2121040"/>
                <a:gd name="connsiteY5" fmla="*/ 2321818 h 4671840"/>
                <a:gd name="connsiteX6" fmla="*/ 1429168 w 2121040"/>
                <a:gd name="connsiteY6" fmla="*/ 3992145 h 467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1040" h="4671840">
                  <a:moveTo>
                    <a:pt x="1429168" y="3992145"/>
                  </a:moveTo>
                  <a:cubicBezTo>
                    <a:pt x="1055128" y="4366184"/>
                    <a:pt x="556233" y="4615370"/>
                    <a:pt x="361" y="4671821"/>
                  </a:cubicBezTo>
                  <a:lnTo>
                    <a:pt x="0" y="4671840"/>
                  </a:lnTo>
                  <a:lnTo>
                    <a:pt x="0" y="2048264"/>
                  </a:lnTo>
                  <a:lnTo>
                    <a:pt x="2121040" y="0"/>
                  </a:lnTo>
                  <a:lnTo>
                    <a:pt x="2121039" y="2321818"/>
                  </a:lnTo>
                  <a:cubicBezTo>
                    <a:pt x="2121040" y="2974121"/>
                    <a:pt x="1856642" y="3564670"/>
                    <a:pt x="1429168" y="3992145"/>
                  </a:cubicBezTo>
                  <a:close/>
                </a:path>
              </a:pathLst>
            </a:custGeom>
            <a:solidFill>
              <a:srgbClr val="3F6457"/>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43" name="Free-form: Shape 42">
              <a:extLst>
                <a:ext uri="{FF2B5EF4-FFF2-40B4-BE49-F238E27FC236}">
                  <a16:creationId xmlns:a16="http://schemas.microsoft.com/office/drawing/2014/main" id="{73B61E45-B4DC-0D87-A89D-F5C2EB083C84}"/>
                </a:ext>
              </a:extLst>
            </p:cNvPr>
            <p:cNvSpPr/>
            <p:nvPr/>
          </p:nvSpPr>
          <p:spPr>
            <a:xfrm rot="13500000">
              <a:off x="5879307" y="3743227"/>
              <a:ext cx="4897268" cy="2150098"/>
            </a:xfrm>
            <a:custGeom>
              <a:avLst/>
              <a:gdLst>
                <a:gd name="connsiteX0" fmla="*/ 4678007 w 4678007"/>
                <a:gd name="connsiteY0" fmla="*/ 0 h 2053832"/>
                <a:gd name="connsiteX1" fmla="*/ 2551202 w 4678007"/>
                <a:gd name="connsiteY1" fmla="*/ 2053832 h 2053832"/>
                <a:gd name="connsiteX2" fmla="*/ 0 w 4678007"/>
                <a:gd name="connsiteY2" fmla="*/ 2053832 h 2053832"/>
                <a:gd name="connsiteX3" fmla="*/ 25596 w 4678007"/>
                <a:gd name="connsiteY3" fmla="*/ 1886134 h 2053832"/>
                <a:gd name="connsiteX4" fmla="*/ 2339803 w 4678007"/>
                <a:gd name="connsiteY4" fmla="*/ 1 h 2053832"/>
                <a:gd name="connsiteX5" fmla="*/ 4678007 w 4678007"/>
                <a:gd name="connsiteY5" fmla="*/ 0 h 2053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78007" h="2053832">
                  <a:moveTo>
                    <a:pt x="4678007" y="0"/>
                  </a:moveTo>
                  <a:lnTo>
                    <a:pt x="2551202" y="2053832"/>
                  </a:lnTo>
                  <a:lnTo>
                    <a:pt x="0" y="2053832"/>
                  </a:lnTo>
                  <a:lnTo>
                    <a:pt x="25596" y="1886134"/>
                  </a:lnTo>
                  <a:cubicBezTo>
                    <a:pt x="245862" y="809719"/>
                    <a:pt x="1198273" y="0"/>
                    <a:pt x="2339803" y="1"/>
                  </a:cubicBezTo>
                  <a:lnTo>
                    <a:pt x="4678007" y="0"/>
                  </a:lnTo>
                  <a:close/>
                </a:path>
              </a:pathLst>
            </a:custGeom>
            <a:solidFill>
              <a:srgbClr val="737C83"/>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grpSp>
          <p:nvGrpSpPr>
            <p:cNvPr id="48" name="Group 47">
              <a:extLst>
                <a:ext uri="{FF2B5EF4-FFF2-40B4-BE49-F238E27FC236}">
                  <a16:creationId xmlns:a16="http://schemas.microsoft.com/office/drawing/2014/main" id="{9F3D2D83-103A-39D2-19E9-86AA5A4857D1}"/>
                </a:ext>
              </a:extLst>
            </p:cNvPr>
            <p:cNvGrpSpPr/>
            <p:nvPr/>
          </p:nvGrpSpPr>
          <p:grpSpPr>
            <a:xfrm rot="8165615" flipV="1">
              <a:off x="8290297" y="2950038"/>
              <a:ext cx="1810488" cy="1810488"/>
              <a:chOff x="5201206" y="1941877"/>
              <a:chExt cx="2677886" cy="2677886"/>
            </a:xfrm>
          </p:grpSpPr>
          <p:sp>
            <p:nvSpPr>
              <p:cNvPr id="49" name="Teardrop 48">
                <a:extLst>
                  <a:ext uri="{FF2B5EF4-FFF2-40B4-BE49-F238E27FC236}">
                    <a16:creationId xmlns:a16="http://schemas.microsoft.com/office/drawing/2014/main" id="{BA25ED6F-275A-99F3-E772-EE899B4C314B}"/>
                  </a:ext>
                </a:extLst>
              </p:cNvPr>
              <p:cNvSpPr/>
              <p:nvPr/>
            </p:nvSpPr>
            <p:spPr>
              <a:xfrm>
                <a:off x="5201206" y="1941877"/>
                <a:ext cx="2677886" cy="2677886"/>
              </a:xfrm>
              <a:prstGeom prst="teardrop">
                <a:avLst/>
              </a:prstGeom>
              <a:solidFill>
                <a:srgbClr val="26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0" name="Oval 49">
                <a:extLst>
                  <a:ext uri="{FF2B5EF4-FFF2-40B4-BE49-F238E27FC236}">
                    <a16:creationId xmlns:a16="http://schemas.microsoft.com/office/drawing/2014/main" id="{DA1BCBCB-0250-D674-A7C4-7B666E09376B}"/>
                  </a:ext>
                </a:extLst>
              </p:cNvPr>
              <p:cNvSpPr/>
              <p:nvPr/>
            </p:nvSpPr>
            <p:spPr>
              <a:xfrm>
                <a:off x="5566990" y="2307661"/>
                <a:ext cx="1946318" cy="1946318"/>
              </a:xfrm>
              <a:prstGeom prst="ellipse">
                <a:avLst/>
              </a:prstGeom>
              <a:solidFill>
                <a:srgbClr val="E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pic>
          <p:nvPicPr>
            <p:cNvPr id="60" name="Graphic 59" descr="Users outline">
              <a:extLst>
                <a:ext uri="{FF2B5EF4-FFF2-40B4-BE49-F238E27FC236}">
                  <a16:creationId xmlns:a16="http://schemas.microsoft.com/office/drawing/2014/main" id="{373F03E3-1CFA-D444-E169-E8E8504EB1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38340" y="3375415"/>
              <a:ext cx="914400" cy="914400"/>
            </a:xfrm>
            <a:prstGeom prst="rect">
              <a:avLst/>
            </a:prstGeom>
          </p:spPr>
        </p:pic>
      </p:grpSp>
      <p:sp>
        <p:nvSpPr>
          <p:cNvPr id="67" name="TextBox 1">
            <a:extLst>
              <a:ext uri="{FF2B5EF4-FFF2-40B4-BE49-F238E27FC236}">
                <a16:creationId xmlns:a16="http://schemas.microsoft.com/office/drawing/2014/main" id="{E0BA9971-B4D5-2678-BD6A-1DC2F18C0323}"/>
              </a:ext>
            </a:extLst>
          </p:cNvPr>
          <p:cNvSpPr txBox="1"/>
          <p:nvPr/>
        </p:nvSpPr>
        <p:spPr>
          <a:xfrm>
            <a:off x="10811356" y="4742275"/>
            <a:ext cx="1280431" cy="1692771"/>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Developers</a:t>
            </a:r>
          </a:p>
          <a:p>
            <a:r>
              <a:rPr lang="en-US" sz="800">
                <a:cs typeface="Arial"/>
              </a:rPr>
              <a:t>&gt; Find profitable areas to build new housing</a:t>
            </a:r>
          </a:p>
          <a:p>
            <a:r>
              <a:rPr lang="en-US" sz="800">
                <a:cs typeface="Arial"/>
              </a:rPr>
              <a:t>&gt; Identify government supported affordable housing zones</a:t>
            </a:r>
          </a:p>
          <a:p>
            <a:r>
              <a:rPr lang="en-US" sz="800">
                <a:cs typeface="Arial"/>
              </a:rPr>
              <a:t>&gt; Assess land value and growth potential</a:t>
            </a:r>
          </a:p>
          <a:p>
            <a:r>
              <a:rPr lang="en-US" sz="800">
                <a:cs typeface="Arial"/>
              </a:rPr>
              <a:t>&gt; Ensure compliance with zoning and regulations</a:t>
            </a:r>
          </a:p>
          <a:p>
            <a:r>
              <a:rPr lang="en-US" sz="800">
                <a:cs typeface="Arial"/>
              </a:rPr>
              <a:t>&gt; Reduce project risks linked to social or legal issues</a:t>
            </a:r>
          </a:p>
        </p:txBody>
      </p:sp>
      <p:sp>
        <p:nvSpPr>
          <p:cNvPr id="68" name="TextBox 67">
            <a:extLst>
              <a:ext uri="{FF2B5EF4-FFF2-40B4-BE49-F238E27FC236}">
                <a16:creationId xmlns:a16="http://schemas.microsoft.com/office/drawing/2014/main" id="{E966B270-2DFB-B98D-1F25-BC0D952D0694}"/>
              </a:ext>
            </a:extLst>
          </p:cNvPr>
          <p:cNvSpPr txBox="1"/>
          <p:nvPr/>
        </p:nvSpPr>
        <p:spPr>
          <a:xfrm>
            <a:off x="320805" y="306152"/>
            <a:ext cx="5295356" cy="523220"/>
          </a:xfrm>
          <a:prstGeom prst="rect">
            <a:avLst/>
          </a:prstGeom>
          <a:noFill/>
        </p:spPr>
        <p:txBody>
          <a:bodyPr wrap="square" rtlCol="0">
            <a:spAutoFit/>
          </a:bodyPr>
          <a:lstStyle/>
          <a:p>
            <a:r>
              <a:rPr lang="en-GB" sz="2800" b="1">
                <a:solidFill>
                  <a:schemeClr val="bg1"/>
                </a:solidFill>
                <a:latin typeface="+mj-lt"/>
              </a:rPr>
              <a:t>Value Proposition Canvas</a:t>
            </a:r>
          </a:p>
        </p:txBody>
      </p:sp>
      <p:sp>
        <p:nvSpPr>
          <p:cNvPr id="69" name="TextBox 1">
            <a:extLst>
              <a:ext uri="{FF2B5EF4-FFF2-40B4-BE49-F238E27FC236}">
                <a16:creationId xmlns:a16="http://schemas.microsoft.com/office/drawing/2014/main" id="{4DE8C976-7DA6-F219-6F6D-37CF3781C8BE}"/>
              </a:ext>
            </a:extLst>
          </p:cNvPr>
          <p:cNvSpPr txBox="1"/>
          <p:nvPr/>
        </p:nvSpPr>
        <p:spPr>
          <a:xfrm>
            <a:off x="10814725" y="3372634"/>
            <a:ext cx="1276644" cy="1323439"/>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Population</a:t>
            </a:r>
          </a:p>
          <a:p>
            <a:r>
              <a:rPr lang="en-US" sz="800">
                <a:cs typeface="Arial"/>
              </a:rPr>
              <a:t>&gt; Identify high-growth, investment-friendly areas</a:t>
            </a:r>
          </a:p>
          <a:p>
            <a:r>
              <a:rPr lang="en-US" sz="800">
                <a:cs typeface="Arial"/>
              </a:rPr>
              <a:t>&gt; Ensure their neighbourhoods remain desirable</a:t>
            </a:r>
          </a:p>
          <a:p>
            <a:r>
              <a:rPr lang="en-US" sz="800">
                <a:cs typeface="Arial"/>
              </a:rPr>
              <a:t>&gt; Avoid proximity to unmanaged slum areas</a:t>
            </a:r>
          </a:p>
          <a:p>
            <a:r>
              <a:rPr lang="en-US" sz="800">
                <a:cs typeface="Arial"/>
              </a:rPr>
              <a:t>&gt; Influence local development policies</a:t>
            </a:r>
          </a:p>
        </p:txBody>
      </p:sp>
      <p:sp>
        <p:nvSpPr>
          <p:cNvPr id="70" name="TextBox 1">
            <a:extLst>
              <a:ext uri="{FF2B5EF4-FFF2-40B4-BE49-F238E27FC236}">
                <a16:creationId xmlns:a16="http://schemas.microsoft.com/office/drawing/2014/main" id="{78DB8477-36C3-8171-AFF8-384ECE19DD8B}"/>
              </a:ext>
            </a:extLst>
          </p:cNvPr>
          <p:cNvSpPr txBox="1"/>
          <p:nvPr/>
        </p:nvSpPr>
        <p:spPr>
          <a:xfrm>
            <a:off x="10813177" y="1173177"/>
            <a:ext cx="1280431" cy="1815882"/>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Government</a:t>
            </a:r>
          </a:p>
          <a:p>
            <a:r>
              <a:rPr lang="en-US" sz="800">
                <a:cs typeface="Arial"/>
              </a:rPr>
              <a:t>&gt; Identify areas with high slum population</a:t>
            </a:r>
          </a:p>
          <a:p>
            <a:r>
              <a:rPr lang="en-US" sz="800">
                <a:cs typeface="Arial"/>
              </a:rPr>
              <a:t>&gt; Plan and prioritize affordable housing projects</a:t>
            </a:r>
          </a:p>
          <a:p>
            <a:r>
              <a:rPr lang="en-US" sz="800">
                <a:cs typeface="Arial"/>
              </a:rPr>
              <a:t>&gt; Reduce slum population with urban planning</a:t>
            </a:r>
          </a:p>
          <a:p>
            <a:r>
              <a:rPr lang="en-US" sz="800">
                <a:cs typeface="Arial"/>
              </a:rPr>
              <a:t>&gt; Allocate budgets efficiently</a:t>
            </a:r>
          </a:p>
          <a:p>
            <a:r>
              <a:rPr lang="en-US" sz="800">
                <a:cs typeface="Arial"/>
              </a:rPr>
              <a:t>&gt; Ensure social stability and avoid unrest</a:t>
            </a:r>
          </a:p>
          <a:p>
            <a:r>
              <a:rPr lang="en-US" sz="800">
                <a:cs typeface="Arial"/>
              </a:rPr>
              <a:t>Report development progress and impact</a:t>
            </a:r>
          </a:p>
        </p:txBody>
      </p:sp>
      <p:sp>
        <p:nvSpPr>
          <p:cNvPr id="71" name="Rectangle 70">
            <a:extLst>
              <a:ext uri="{FF2B5EF4-FFF2-40B4-BE49-F238E27FC236}">
                <a16:creationId xmlns:a16="http://schemas.microsoft.com/office/drawing/2014/main" id="{DD21C2D4-B376-892F-A62A-16CFC1E4029C}"/>
              </a:ext>
            </a:extLst>
          </p:cNvPr>
          <p:cNvSpPr/>
          <p:nvPr/>
        </p:nvSpPr>
        <p:spPr>
          <a:xfrm>
            <a:off x="10674522" y="3019680"/>
            <a:ext cx="1420058" cy="324153"/>
          </a:xfrm>
          <a:prstGeom prst="rect">
            <a:avLst/>
          </a:prstGeom>
          <a:solidFill>
            <a:srgbClr val="575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t>Jobs</a:t>
            </a:r>
          </a:p>
        </p:txBody>
      </p:sp>
      <p:sp>
        <p:nvSpPr>
          <p:cNvPr id="72" name="TextBox 1">
            <a:extLst>
              <a:ext uri="{FF2B5EF4-FFF2-40B4-BE49-F238E27FC236}">
                <a16:creationId xmlns:a16="http://schemas.microsoft.com/office/drawing/2014/main" id="{CBBD3234-F681-27B2-FF56-367B0A9D9FDE}"/>
              </a:ext>
            </a:extLst>
          </p:cNvPr>
          <p:cNvSpPr txBox="1"/>
          <p:nvPr/>
        </p:nvSpPr>
        <p:spPr>
          <a:xfrm>
            <a:off x="8661972" y="5101130"/>
            <a:ext cx="1280431" cy="1323439"/>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Population</a:t>
            </a:r>
          </a:p>
          <a:p>
            <a:r>
              <a:rPr lang="en-US" sz="800">
                <a:cs typeface="Arial"/>
              </a:rPr>
              <a:t>&gt; Fear of declining property values due to nearby slum growth</a:t>
            </a:r>
          </a:p>
          <a:p>
            <a:r>
              <a:rPr lang="en-US" sz="800">
                <a:cs typeface="Arial"/>
              </a:rPr>
              <a:t>&gt; Lack of visibility into future neighbourhood changes</a:t>
            </a:r>
          </a:p>
          <a:p>
            <a:r>
              <a:rPr lang="en-US" sz="800">
                <a:cs typeface="Arial"/>
              </a:rPr>
              <a:t>&gt; Uncertainty about infrastructure strain from population growth</a:t>
            </a:r>
          </a:p>
        </p:txBody>
      </p:sp>
      <p:sp>
        <p:nvSpPr>
          <p:cNvPr id="73" name="TextBox 1">
            <a:extLst>
              <a:ext uri="{FF2B5EF4-FFF2-40B4-BE49-F238E27FC236}">
                <a16:creationId xmlns:a16="http://schemas.microsoft.com/office/drawing/2014/main" id="{9FD8EF55-FB98-191A-F0CF-0009166162CC}"/>
              </a:ext>
            </a:extLst>
          </p:cNvPr>
          <p:cNvSpPr txBox="1"/>
          <p:nvPr/>
        </p:nvSpPr>
        <p:spPr>
          <a:xfrm>
            <a:off x="7285502" y="5101277"/>
            <a:ext cx="1280431" cy="1323439"/>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Developers</a:t>
            </a:r>
          </a:p>
          <a:p>
            <a:r>
              <a:rPr lang="en-US" sz="800">
                <a:cs typeface="Arial"/>
              </a:rPr>
              <a:t>&gt; Risk of investing in unstable areas</a:t>
            </a:r>
          </a:p>
          <a:p>
            <a:r>
              <a:rPr lang="en-US" sz="800">
                <a:cs typeface="Arial"/>
              </a:rPr>
              <a:t>&gt; Slow government approval processes</a:t>
            </a:r>
          </a:p>
          <a:p>
            <a:r>
              <a:rPr lang="en-US" sz="800">
                <a:cs typeface="Arial"/>
              </a:rPr>
              <a:t>&gt; Legal complications in land acquisition</a:t>
            </a:r>
          </a:p>
          <a:p>
            <a:r>
              <a:rPr lang="en-US" sz="800">
                <a:cs typeface="Arial"/>
              </a:rPr>
              <a:t>&gt; Unclear demand for affordable vs. luxury housing</a:t>
            </a:r>
          </a:p>
        </p:txBody>
      </p:sp>
      <p:sp>
        <p:nvSpPr>
          <p:cNvPr id="82" name="TextBox 1">
            <a:extLst>
              <a:ext uri="{FF2B5EF4-FFF2-40B4-BE49-F238E27FC236}">
                <a16:creationId xmlns:a16="http://schemas.microsoft.com/office/drawing/2014/main" id="{0B13C5E9-FD88-58B0-3E34-80FA5BECE67B}"/>
              </a:ext>
            </a:extLst>
          </p:cNvPr>
          <p:cNvSpPr txBox="1"/>
          <p:nvPr/>
        </p:nvSpPr>
        <p:spPr>
          <a:xfrm>
            <a:off x="5909032" y="4498654"/>
            <a:ext cx="1280431" cy="1938992"/>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Government</a:t>
            </a:r>
          </a:p>
          <a:p>
            <a:r>
              <a:rPr lang="en-US" sz="800">
                <a:cs typeface="Arial"/>
              </a:rPr>
              <a:t>&gt; Difficulty locating and quantifying slum population</a:t>
            </a:r>
          </a:p>
          <a:p>
            <a:r>
              <a:rPr lang="en-US" sz="800">
                <a:cs typeface="Arial"/>
              </a:rPr>
              <a:t>&gt; High urbanization pressures with limited resources</a:t>
            </a:r>
          </a:p>
          <a:p>
            <a:r>
              <a:rPr lang="en-US" sz="800">
                <a:cs typeface="Arial"/>
              </a:rPr>
              <a:t>&gt; Public backlash over relocation or redevelopment</a:t>
            </a:r>
          </a:p>
          <a:p>
            <a:r>
              <a:rPr lang="en-US" sz="800">
                <a:cs typeface="Arial"/>
              </a:rPr>
              <a:t>&gt; Corruption risks in funds allocation</a:t>
            </a:r>
          </a:p>
          <a:p>
            <a:r>
              <a:rPr lang="en-US" sz="800">
                <a:cs typeface="Arial"/>
              </a:rPr>
              <a:t>&gt; Inefficient inter-departmental coordination</a:t>
            </a:r>
          </a:p>
        </p:txBody>
      </p:sp>
      <p:sp>
        <p:nvSpPr>
          <p:cNvPr id="83" name="Rectangle 82">
            <a:extLst>
              <a:ext uri="{FF2B5EF4-FFF2-40B4-BE49-F238E27FC236}">
                <a16:creationId xmlns:a16="http://schemas.microsoft.com/office/drawing/2014/main" id="{4DEFAE6B-124E-F5B7-A1AF-923946167A5F}"/>
              </a:ext>
            </a:extLst>
          </p:cNvPr>
          <p:cNvSpPr/>
          <p:nvPr/>
        </p:nvSpPr>
        <p:spPr>
          <a:xfrm>
            <a:off x="6669385" y="4252541"/>
            <a:ext cx="1316622" cy="324153"/>
          </a:xfrm>
          <a:prstGeom prst="rect">
            <a:avLst/>
          </a:prstGeom>
          <a:solidFill>
            <a:srgbClr val="73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t>Pains</a:t>
            </a:r>
          </a:p>
        </p:txBody>
      </p:sp>
      <p:sp>
        <p:nvSpPr>
          <p:cNvPr id="84" name="TextBox 1">
            <a:extLst>
              <a:ext uri="{FF2B5EF4-FFF2-40B4-BE49-F238E27FC236}">
                <a16:creationId xmlns:a16="http://schemas.microsoft.com/office/drawing/2014/main" id="{C1EAB343-3D09-9E3B-E104-C7CC3A7A1958}"/>
              </a:ext>
            </a:extLst>
          </p:cNvPr>
          <p:cNvSpPr txBox="1"/>
          <p:nvPr/>
        </p:nvSpPr>
        <p:spPr>
          <a:xfrm>
            <a:off x="8800655" y="1191107"/>
            <a:ext cx="1280431" cy="1077218"/>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Population</a:t>
            </a:r>
          </a:p>
          <a:p>
            <a:r>
              <a:rPr lang="en-US" sz="800">
                <a:cs typeface="Arial"/>
              </a:rPr>
              <a:t>&gt; Safer, more stable neighbourhoods</a:t>
            </a:r>
          </a:p>
          <a:p>
            <a:r>
              <a:rPr lang="en-US" sz="800">
                <a:cs typeface="Arial"/>
              </a:rPr>
              <a:t>&gt; Rising property values through organised development</a:t>
            </a:r>
          </a:p>
          <a:p>
            <a:r>
              <a:rPr lang="en-US" sz="800">
                <a:cs typeface="Arial"/>
              </a:rPr>
              <a:t>&gt; Insight on where to buy or sell property</a:t>
            </a:r>
          </a:p>
        </p:txBody>
      </p:sp>
      <p:sp>
        <p:nvSpPr>
          <p:cNvPr id="85" name="TextBox 1">
            <a:extLst>
              <a:ext uri="{FF2B5EF4-FFF2-40B4-BE49-F238E27FC236}">
                <a16:creationId xmlns:a16="http://schemas.microsoft.com/office/drawing/2014/main" id="{6E03DF07-8872-A956-559D-D935E2F399FB}"/>
              </a:ext>
            </a:extLst>
          </p:cNvPr>
          <p:cNvSpPr txBox="1"/>
          <p:nvPr/>
        </p:nvSpPr>
        <p:spPr>
          <a:xfrm>
            <a:off x="6053402" y="1182957"/>
            <a:ext cx="1280431" cy="1446550"/>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Government</a:t>
            </a:r>
          </a:p>
          <a:p>
            <a:r>
              <a:rPr lang="en-US" sz="800">
                <a:cs typeface="Arial"/>
              </a:rPr>
              <a:t>&gt; Data-driven, targeted slum reduction strategies.</a:t>
            </a:r>
          </a:p>
          <a:p>
            <a:r>
              <a:rPr lang="en-US" sz="800">
                <a:cs typeface="Arial"/>
              </a:rPr>
              <a:t>&gt; Successful, high-impact affordable housing projects</a:t>
            </a:r>
          </a:p>
          <a:p>
            <a:r>
              <a:rPr lang="en-US" sz="800">
                <a:cs typeface="Arial"/>
              </a:rPr>
              <a:t>&gt; Increased public trust through transparency</a:t>
            </a:r>
          </a:p>
          <a:p>
            <a:r>
              <a:rPr lang="en-US" sz="800">
                <a:cs typeface="Arial"/>
              </a:rPr>
              <a:t>&gt; Increased global reputation for urban development</a:t>
            </a:r>
          </a:p>
        </p:txBody>
      </p:sp>
      <p:sp>
        <p:nvSpPr>
          <p:cNvPr id="86" name="TextBox 1">
            <a:extLst>
              <a:ext uri="{FF2B5EF4-FFF2-40B4-BE49-F238E27FC236}">
                <a16:creationId xmlns:a16="http://schemas.microsoft.com/office/drawing/2014/main" id="{EAE465EB-62F9-E0D5-FBDA-8CA5440A17A2}"/>
              </a:ext>
            </a:extLst>
          </p:cNvPr>
          <p:cNvSpPr txBox="1"/>
          <p:nvPr/>
        </p:nvSpPr>
        <p:spPr>
          <a:xfrm>
            <a:off x="7427515" y="1184746"/>
            <a:ext cx="1280431" cy="1323439"/>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Developers</a:t>
            </a:r>
          </a:p>
          <a:p>
            <a:r>
              <a:rPr lang="en-US" sz="800">
                <a:cs typeface="Arial"/>
              </a:rPr>
              <a:t>&gt; Identifying high-demand housing zones</a:t>
            </a:r>
          </a:p>
          <a:p>
            <a:r>
              <a:rPr lang="en-US" sz="800">
                <a:cs typeface="Arial"/>
              </a:rPr>
              <a:t>&gt; Faster project approvals with aligned government data</a:t>
            </a:r>
          </a:p>
          <a:p>
            <a:r>
              <a:rPr lang="en-US" sz="800">
                <a:cs typeface="Arial"/>
              </a:rPr>
              <a:t>&gt; Reduced risk through understanding slum dynamics and growth areas</a:t>
            </a:r>
          </a:p>
        </p:txBody>
      </p:sp>
      <p:sp>
        <p:nvSpPr>
          <p:cNvPr id="87" name="Rectangle 86">
            <a:extLst>
              <a:ext uri="{FF2B5EF4-FFF2-40B4-BE49-F238E27FC236}">
                <a16:creationId xmlns:a16="http://schemas.microsoft.com/office/drawing/2014/main" id="{218F78EC-CC67-B0E3-B2CB-6F513083DF4B}"/>
              </a:ext>
            </a:extLst>
          </p:cNvPr>
          <p:cNvSpPr/>
          <p:nvPr/>
        </p:nvSpPr>
        <p:spPr>
          <a:xfrm>
            <a:off x="7031537" y="2590333"/>
            <a:ext cx="1316622" cy="324153"/>
          </a:xfrm>
          <a:prstGeom prst="rect">
            <a:avLst/>
          </a:prstGeom>
          <a:solidFill>
            <a:srgbClr val="3F6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t>Gains</a:t>
            </a:r>
          </a:p>
        </p:txBody>
      </p:sp>
      <p:sp>
        <p:nvSpPr>
          <p:cNvPr id="89" name="TextBox 1">
            <a:extLst>
              <a:ext uri="{FF2B5EF4-FFF2-40B4-BE49-F238E27FC236}">
                <a16:creationId xmlns:a16="http://schemas.microsoft.com/office/drawing/2014/main" id="{9D4BFD1D-8CA3-7473-8512-4DF6B51F4D0C}"/>
              </a:ext>
            </a:extLst>
          </p:cNvPr>
          <p:cNvSpPr txBox="1"/>
          <p:nvPr/>
        </p:nvSpPr>
        <p:spPr>
          <a:xfrm>
            <a:off x="3010508" y="4609050"/>
            <a:ext cx="1280431" cy="1815882"/>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Government</a:t>
            </a:r>
          </a:p>
          <a:p>
            <a:r>
              <a:rPr lang="en-US" sz="800">
                <a:cs typeface="Arial"/>
              </a:rPr>
              <a:t>&gt; Automated slum detection and mapping</a:t>
            </a:r>
          </a:p>
          <a:p>
            <a:r>
              <a:rPr lang="en-US" sz="800">
                <a:cs typeface="Arial"/>
              </a:rPr>
              <a:t>&gt; Predictive models for future slum growth</a:t>
            </a:r>
          </a:p>
          <a:p>
            <a:r>
              <a:rPr lang="en-US" sz="800">
                <a:cs typeface="Arial"/>
              </a:rPr>
              <a:t>&gt; Budget and project tracking tools to prevent corruption</a:t>
            </a:r>
          </a:p>
          <a:p>
            <a:r>
              <a:rPr lang="en-US" sz="800">
                <a:cs typeface="Arial"/>
              </a:rPr>
              <a:t>&gt; Collaboration features to align multiple departments</a:t>
            </a:r>
          </a:p>
          <a:p>
            <a:r>
              <a:rPr lang="en-US" sz="800">
                <a:cs typeface="Arial"/>
              </a:rPr>
              <a:t>&gt; Social impact assessments to avoid public unrest</a:t>
            </a:r>
          </a:p>
        </p:txBody>
      </p:sp>
      <p:sp>
        <p:nvSpPr>
          <p:cNvPr id="90" name="TextBox 1">
            <a:extLst>
              <a:ext uri="{FF2B5EF4-FFF2-40B4-BE49-F238E27FC236}">
                <a16:creationId xmlns:a16="http://schemas.microsoft.com/office/drawing/2014/main" id="{FAC54B80-10E1-204F-4DB9-534E0C290FEE}"/>
              </a:ext>
            </a:extLst>
          </p:cNvPr>
          <p:cNvSpPr txBox="1"/>
          <p:nvPr/>
        </p:nvSpPr>
        <p:spPr>
          <a:xfrm>
            <a:off x="4376248" y="4987692"/>
            <a:ext cx="1280431" cy="1446550"/>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Developers</a:t>
            </a:r>
          </a:p>
          <a:p>
            <a:r>
              <a:rPr lang="en-US" sz="800">
                <a:cs typeface="Arial"/>
              </a:rPr>
              <a:t>&gt; Profitability analysis based on land and population data</a:t>
            </a:r>
          </a:p>
          <a:p>
            <a:r>
              <a:rPr lang="en-US" sz="800">
                <a:cs typeface="Arial"/>
              </a:rPr>
              <a:t>&gt; Risk identification for unstable regions</a:t>
            </a:r>
          </a:p>
          <a:p>
            <a:r>
              <a:rPr lang="en-US" sz="800">
                <a:cs typeface="Arial"/>
              </a:rPr>
              <a:t>&gt; Clear guidelines on government support projects</a:t>
            </a:r>
          </a:p>
          <a:p>
            <a:r>
              <a:rPr lang="en-US" sz="800">
                <a:cs typeface="Arial"/>
              </a:rPr>
              <a:t>&gt; Faster access to zoning and planning data</a:t>
            </a:r>
          </a:p>
        </p:txBody>
      </p:sp>
      <p:sp>
        <p:nvSpPr>
          <p:cNvPr id="91" name="TextBox 1">
            <a:extLst>
              <a:ext uri="{FF2B5EF4-FFF2-40B4-BE49-F238E27FC236}">
                <a16:creationId xmlns:a16="http://schemas.microsoft.com/office/drawing/2014/main" id="{AF15E9F3-71A0-7AF0-8395-F431DCA2BF39}"/>
              </a:ext>
            </a:extLst>
          </p:cNvPr>
          <p:cNvSpPr txBox="1"/>
          <p:nvPr/>
        </p:nvSpPr>
        <p:spPr>
          <a:xfrm>
            <a:off x="1647257" y="5218387"/>
            <a:ext cx="1280431" cy="1200329"/>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Population</a:t>
            </a:r>
          </a:p>
          <a:p>
            <a:r>
              <a:rPr lang="en-US" sz="800">
                <a:cs typeface="Arial"/>
              </a:rPr>
              <a:t>&gt; Area monitoring to predict neighbourhood changes</a:t>
            </a:r>
          </a:p>
          <a:p>
            <a:r>
              <a:rPr lang="en-US" sz="800">
                <a:cs typeface="Arial"/>
              </a:rPr>
              <a:t>&gt; Alerts about new housing developments</a:t>
            </a:r>
          </a:p>
          <a:p>
            <a:r>
              <a:rPr lang="en-US" sz="800">
                <a:cs typeface="Arial"/>
              </a:rPr>
              <a:t>&gt; Visual insights on improving infrastructure and services</a:t>
            </a:r>
          </a:p>
        </p:txBody>
      </p:sp>
      <p:sp>
        <p:nvSpPr>
          <p:cNvPr id="92" name="TextBox 1">
            <a:extLst>
              <a:ext uri="{FF2B5EF4-FFF2-40B4-BE49-F238E27FC236}">
                <a16:creationId xmlns:a16="http://schemas.microsoft.com/office/drawing/2014/main" id="{184C6DC6-5FCE-3652-DBF6-9C6D740AE6B6}"/>
              </a:ext>
            </a:extLst>
          </p:cNvPr>
          <p:cNvSpPr txBox="1"/>
          <p:nvPr/>
        </p:nvSpPr>
        <p:spPr>
          <a:xfrm>
            <a:off x="4392141" y="1184062"/>
            <a:ext cx="1280431" cy="1077218"/>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Developers</a:t>
            </a:r>
          </a:p>
          <a:p>
            <a:r>
              <a:rPr lang="en-US" sz="800">
                <a:cs typeface="Arial"/>
              </a:rPr>
              <a:t>&gt; Priority access to high-opportunity land areas</a:t>
            </a:r>
          </a:p>
          <a:p>
            <a:r>
              <a:rPr lang="en-US" sz="800">
                <a:cs typeface="Arial"/>
              </a:rPr>
              <a:t>&gt; Early insights into upcoming government tenders</a:t>
            </a:r>
          </a:p>
          <a:p>
            <a:r>
              <a:rPr lang="en-US" sz="800">
                <a:cs typeface="Arial"/>
              </a:rPr>
              <a:t>&gt; Custom reports for investment pitches</a:t>
            </a:r>
          </a:p>
        </p:txBody>
      </p:sp>
      <p:sp>
        <p:nvSpPr>
          <p:cNvPr id="93" name="TextBox 1">
            <a:extLst>
              <a:ext uri="{FF2B5EF4-FFF2-40B4-BE49-F238E27FC236}">
                <a16:creationId xmlns:a16="http://schemas.microsoft.com/office/drawing/2014/main" id="{FC10241E-0BB3-4323-054B-2A52393A7BA4}"/>
              </a:ext>
            </a:extLst>
          </p:cNvPr>
          <p:cNvSpPr txBox="1"/>
          <p:nvPr/>
        </p:nvSpPr>
        <p:spPr>
          <a:xfrm>
            <a:off x="3023370" y="1191107"/>
            <a:ext cx="1280431" cy="1323439"/>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Government</a:t>
            </a:r>
          </a:p>
          <a:p>
            <a:r>
              <a:rPr lang="en-US" sz="800">
                <a:cs typeface="Arial"/>
              </a:rPr>
              <a:t>&gt; Real-time dashboards showing slum reduction progress</a:t>
            </a:r>
          </a:p>
          <a:p>
            <a:r>
              <a:rPr lang="en-US" sz="800">
                <a:cs typeface="Arial"/>
              </a:rPr>
              <a:t>&gt; Success metrics to share with the public and global organizations</a:t>
            </a:r>
          </a:p>
          <a:p>
            <a:r>
              <a:rPr lang="en-US" sz="800">
                <a:cs typeface="Arial"/>
              </a:rPr>
              <a:t>&gt; Tools to apply for international housing funding</a:t>
            </a:r>
          </a:p>
        </p:txBody>
      </p:sp>
      <p:sp>
        <p:nvSpPr>
          <p:cNvPr id="94" name="TextBox 1">
            <a:extLst>
              <a:ext uri="{FF2B5EF4-FFF2-40B4-BE49-F238E27FC236}">
                <a16:creationId xmlns:a16="http://schemas.microsoft.com/office/drawing/2014/main" id="{58C695EB-8A1C-2C3B-5B77-60237A1BC337}"/>
              </a:ext>
            </a:extLst>
          </p:cNvPr>
          <p:cNvSpPr txBox="1"/>
          <p:nvPr/>
        </p:nvSpPr>
        <p:spPr>
          <a:xfrm>
            <a:off x="1656001" y="1187687"/>
            <a:ext cx="1280431" cy="1077218"/>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Population</a:t>
            </a:r>
          </a:p>
          <a:p>
            <a:r>
              <a:rPr lang="en-US" sz="800">
                <a:cs typeface="Arial"/>
              </a:rPr>
              <a:t>&gt; Neighbourhood growth projections</a:t>
            </a:r>
          </a:p>
          <a:p>
            <a:r>
              <a:rPr lang="en-US" sz="800">
                <a:cs typeface="Arial"/>
              </a:rPr>
              <a:t>&gt; Confidence in future infrastructure and service improvements</a:t>
            </a:r>
          </a:p>
          <a:p>
            <a:r>
              <a:rPr lang="en-US" sz="800">
                <a:cs typeface="Arial"/>
              </a:rPr>
              <a:t>&gt; Access to urban development plans</a:t>
            </a:r>
          </a:p>
        </p:txBody>
      </p:sp>
      <p:sp>
        <p:nvSpPr>
          <p:cNvPr id="95" name="Rectangle 94">
            <a:extLst>
              <a:ext uri="{FF2B5EF4-FFF2-40B4-BE49-F238E27FC236}">
                <a16:creationId xmlns:a16="http://schemas.microsoft.com/office/drawing/2014/main" id="{D23C8C56-D7DD-1200-0B72-EE60F0120601}"/>
              </a:ext>
            </a:extLst>
          </p:cNvPr>
          <p:cNvSpPr/>
          <p:nvPr/>
        </p:nvSpPr>
        <p:spPr>
          <a:xfrm>
            <a:off x="3745799" y="4336809"/>
            <a:ext cx="1596956" cy="324153"/>
          </a:xfrm>
          <a:prstGeom prst="rect">
            <a:avLst/>
          </a:prstGeom>
          <a:solidFill>
            <a:srgbClr val="7C91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t>Pain Relievers</a:t>
            </a:r>
          </a:p>
        </p:txBody>
      </p:sp>
      <p:sp>
        <p:nvSpPr>
          <p:cNvPr id="96" name="Rectangle 95">
            <a:extLst>
              <a:ext uri="{FF2B5EF4-FFF2-40B4-BE49-F238E27FC236}">
                <a16:creationId xmlns:a16="http://schemas.microsoft.com/office/drawing/2014/main" id="{0911DB36-0CFB-5C13-AA13-9ACD730E5C7F}"/>
              </a:ext>
            </a:extLst>
          </p:cNvPr>
          <p:cNvSpPr/>
          <p:nvPr/>
        </p:nvSpPr>
        <p:spPr>
          <a:xfrm>
            <a:off x="3728986" y="2475527"/>
            <a:ext cx="1596956" cy="324153"/>
          </a:xfrm>
          <a:prstGeom prst="rect">
            <a:avLst/>
          </a:prstGeom>
          <a:solidFill>
            <a:srgbClr val="6B76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t>Gain Creators</a:t>
            </a:r>
          </a:p>
        </p:txBody>
      </p:sp>
      <p:sp>
        <p:nvSpPr>
          <p:cNvPr id="97" name="TextBox 1">
            <a:extLst>
              <a:ext uri="{FF2B5EF4-FFF2-40B4-BE49-F238E27FC236}">
                <a16:creationId xmlns:a16="http://schemas.microsoft.com/office/drawing/2014/main" id="{7F9F665B-7520-9BE3-116C-92C7C5AC7AC6}"/>
              </a:ext>
            </a:extLst>
          </p:cNvPr>
          <p:cNvSpPr txBox="1"/>
          <p:nvPr/>
        </p:nvSpPr>
        <p:spPr>
          <a:xfrm>
            <a:off x="76044" y="1875835"/>
            <a:ext cx="1280431" cy="954107"/>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Governments</a:t>
            </a:r>
          </a:p>
          <a:p>
            <a:r>
              <a:rPr lang="en-US" sz="800" b="1">
                <a:cs typeface="Arial"/>
              </a:rPr>
              <a:t>Slum Population Heatmaps </a:t>
            </a:r>
            <a:r>
              <a:rPr lang="en-US" sz="800">
                <a:cs typeface="Arial"/>
              </a:rPr>
              <a:t>– Visual representation of areas with high slum population using real-time and historical data</a:t>
            </a:r>
          </a:p>
        </p:txBody>
      </p:sp>
      <p:sp>
        <p:nvSpPr>
          <p:cNvPr id="98" name="TextBox 1">
            <a:extLst>
              <a:ext uri="{FF2B5EF4-FFF2-40B4-BE49-F238E27FC236}">
                <a16:creationId xmlns:a16="http://schemas.microsoft.com/office/drawing/2014/main" id="{9DB607CC-04DA-02AE-296E-AB1432BBD877}"/>
              </a:ext>
            </a:extLst>
          </p:cNvPr>
          <p:cNvSpPr txBox="1"/>
          <p:nvPr/>
        </p:nvSpPr>
        <p:spPr>
          <a:xfrm>
            <a:off x="76044" y="3268902"/>
            <a:ext cx="1280431" cy="1077218"/>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Developers</a:t>
            </a:r>
          </a:p>
          <a:p>
            <a:r>
              <a:rPr lang="en-US" sz="800" b="1">
                <a:cs typeface="Arial"/>
              </a:rPr>
              <a:t>Land Suitability and Opportunity Maps </a:t>
            </a:r>
            <a:r>
              <a:rPr lang="en-US" sz="800">
                <a:cs typeface="Arial"/>
              </a:rPr>
              <a:t>– Identify viable plots for development based on slum data, government incentives and infrastructure</a:t>
            </a:r>
          </a:p>
        </p:txBody>
      </p:sp>
      <p:sp>
        <p:nvSpPr>
          <p:cNvPr id="99" name="TextBox 1">
            <a:extLst>
              <a:ext uri="{FF2B5EF4-FFF2-40B4-BE49-F238E27FC236}">
                <a16:creationId xmlns:a16="http://schemas.microsoft.com/office/drawing/2014/main" id="{9A261AEA-570E-7ED4-D8B8-821916384210}"/>
              </a:ext>
            </a:extLst>
          </p:cNvPr>
          <p:cNvSpPr txBox="1"/>
          <p:nvPr/>
        </p:nvSpPr>
        <p:spPr>
          <a:xfrm>
            <a:off x="81551" y="4439298"/>
            <a:ext cx="1280431" cy="954107"/>
          </a:xfrm>
          <a:prstGeom prst="rect">
            <a:avLst/>
          </a:prstGeom>
          <a:solidFill>
            <a:srgbClr val="BFC3C2"/>
          </a:solidFill>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a:rPr>
              <a:t>Population</a:t>
            </a:r>
          </a:p>
          <a:p>
            <a:r>
              <a:rPr lang="en-US" sz="800" b="1">
                <a:cs typeface="Arial"/>
              </a:rPr>
              <a:t>Neighbourhood Stability Index </a:t>
            </a:r>
            <a:r>
              <a:rPr lang="en-US" sz="800">
                <a:cs typeface="Arial"/>
              </a:rPr>
              <a:t>– Rating for areas based on proximity to slums, development plans and future risk assessments</a:t>
            </a:r>
          </a:p>
        </p:txBody>
      </p:sp>
      <p:sp>
        <p:nvSpPr>
          <p:cNvPr id="100" name="Rectangle 99">
            <a:extLst>
              <a:ext uri="{FF2B5EF4-FFF2-40B4-BE49-F238E27FC236}">
                <a16:creationId xmlns:a16="http://schemas.microsoft.com/office/drawing/2014/main" id="{B720FF19-9098-80B2-7FCD-18CFC0015204}"/>
              </a:ext>
            </a:extLst>
          </p:cNvPr>
          <p:cNvSpPr/>
          <p:nvPr/>
        </p:nvSpPr>
        <p:spPr>
          <a:xfrm>
            <a:off x="78049" y="2878913"/>
            <a:ext cx="2042842" cy="324153"/>
          </a:xfrm>
          <a:prstGeom prst="rect">
            <a:avLst/>
          </a:prstGeom>
          <a:solidFill>
            <a:srgbClr val="847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t>Products and Services</a:t>
            </a:r>
          </a:p>
        </p:txBody>
      </p:sp>
      <p:pic>
        <p:nvPicPr>
          <p:cNvPr id="4" name="Picture 3" descr="A city with many buildings&#10;&#10;AI-generated content may be incorrect.">
            <a:extLst>
              <a:ext uri="{FF2B5EF4-FFF2-40B4-BE49-F238E27FC236}">
                <a16:creationId xmlns:a16="http://schemas.microsoft.com/office/drawing/2014/main" id="{73033B5B-8C49-6467-DDE2-78EEE22DF6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800" y="-3660488"/>
            <a:ext cx="6858000" cy="2603500"/>
          </a:xfrm>
          <a:prstGeom prst="rect">
            <a:avLst/>
          </a:prstGeom>
        </p:spPr>
      </p:pic>
      <p:pic>
        <p:nvPicPr>
          <p:cNvPr id="5" name="Picture 4" descr="A city with many buildings&#10;&#10;AI-generated content may be incorrect.">
            <a:extLst>
              <a:ext uri="{FF2B5EF4-FFF2-40B4-BE49-F238E27FC236}">
                <a16:creationId xmlns:a16="http://schemas.microsoft.com/office/drawing/2014/main" id="{7EFD6F70-B747-7F8C-FA70-855725A0972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53723" y="-3492760"/>
            <a:ext cx="6858000" cy="2405705"/>
          </a:xfrm>
          <a:prstGeom prst="rect">
            <a:avLst/>
          </a:prstGeom>
        </p:spPr>
      </p:pic>
    </p:spTree>
    <p:extLst>
      <p:ext uri="{BB962C8B-B14F-4D97-AF65-F5344CB8AC3E}">
        <p14:creationId xmlns:p14="http://schemas.microsoft.com/office/powerpoint/2010/main" val="8160243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6343A"/>
        </a:solidFill>
        <a:effectLst/>
      </p:bgPr>
    </p:bg>
    <p:spTree>
      <p:nvGrpSpPr>
        <p:cNvPr id="1" name="">
          <a:extLst>
            <a:ext uri="{FF2B5EF4-FFF2-40B4-BE49-F238E27FC236}">
              <a16:creationId xmlns:a16="http://schemas.microsoft.com/office/drawing/2014/main" id="{23D9833E-2F86-F573-1BAB-49A8F3128EF8}"/>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FCD8D4BB-08C6-E084-2205-BF929791D33B}"/>
              </a:ext>
            </a:extLst>
          </p:cNvPr>
          <p:cNvGrpSpPr/>
          <p:nvPr/>
        </p:nvGrpSpPr>
        <p:grpSpPr>
          <a:xfrm>
            <a:off x="2819400" y="1055114"/>
            <a:ext cx="8946244" cy="5221172"/>
            <a:chOff x="1079501" y="1362218"/>
            <a:chExt cx="10033000" cy="4740696"/>
          </a:xfrm>
        </p:grpSpPr>
        <p:grpSp>
          <p:nvGrpSpPr>
            <p:cNvPr id="93" name="Group 92">
              <a:extLst>
                <a:ext uri="{FF2B5EF4-FFF2-40B4-BE49-F238E27FC236}">
                  <a16:creationId xmlns:a16="http://schemas.microsoft.com/office/drawing/2014/main" id="{A3AB0A1D-B440-092C-8677-D0EA86E17442}"/>
                </a:ext>
              </a:extLst>
            </p:cNvPr>
            <p:cNvGrpSpPr/>
            <p:nvPr/>
          </p:nvGrpSpPr>
          <p:grpSpPr>
            <a:xfrm>
              <a:off x="1079501" y="1362218"/>
              <a:ext cx="10033000" cy="4740696"/>
              <a:chOff x="3273606" y="1362075"/>
              <a:chExt cx="5787390" cy="4133849"/>
            </a:xfrm>
          </p:grpSpPr>
          <p:sp>
            <p:nvSpPr>
              <p:cNvPr id="66" name="Rectangle 1">
                <a:extLst>
                  <a:ext uri="{FF2B5EF4-FFF2-40B4-BE49-F238E27FC236}">
                    <a16:creationId xmlns:a16="http://schemas.microsoft.com/office/drawing/2014/main" id="{CA83F618-75D0-38C9-2E2A-B5D879BEC5D5}"/>
                  </a:ext>
                </a:extLst>
              </p:cNvPr>
              <p:cNvSpPr/>
              <p:nvPr/>
            </p:nvSpPr>
            <p:spPr>
              <a:xfrm>
                <a:off x="3349806" y="1430332"/>
                <a:ext cx="1136650" cy="3008259"/>
              </a:xfrm>
              <a:custGeom>
                <a:avLst/>
                <a:gdLst>
                  <a:gd name="connsiteX0" fmla="*/ 0 w 1259840"/>
                  <a:gd name="connsiteY0" fmla="*/ 0 h 3078480"/>
                  <a:gd name="connsiteX1" fmla="*/ 1259840 w 1259840"/>
                  <a:gd name="connsiteY1" fmla="*/ 0 h 3078480"/>
                  <a:gd name="connsiteX2" fmla="*/ 1259840 w 1259840"/>
                  <a:gd name="connsiteY2" fmla="*/ 3078480 h 3078480"/>
                  <a:gd name="connsiteX3" fmla="*/ 0 w 1259840"/>
                  <a:gd name="connsiteY3" fmla="*/ 3078480 h 3078480"/>
                  <a:gd name="connsiteX4" fmla="*/ 0 w 1259840"/>
                  <a:gd name="connsiteY4" fmla="*/ 0 h 3078480"/>
                  <a:gd name="connsiteX0" fmla="*/ 0 w 1260277"/>
                  <a:gd name="connsiteY0" fmla="*/ 0 h 3078480"/>
                  <a:gd name="connsiteX1" fmla="*/ 1259840 w 1260277"/>
                  <a:gd name="connsiteY1" fmla="*/ 0 h 3078480"/>
                  <a:gd name="connsiteX2" fmla="*/ 1259840 w 1260277"/>
                  <a:gd name="connsiteY2" fmla="*/ 815396 h 3078480"/>
                  <a:gd name="connsiteX3" fmla="*/ 1259840 w 1260277"/>
                  <a:gd name="connsiteY3" fmla="*/ 3078480 h 3078480"/>
                  <a:gd name="connsiteX4" fmla="*/ 0 w 1260277"/>
                  <a:gd name="connsiteY4" fmla="*/ 3078480 h 3078480"/>
                  <a:gd name="connsiteX5" fmla="*/ 0 w 1260277"/>
                  <a:gd name="connsiteY5" fmla="*/ 0 h 3078480"/>
                  <a:gd name="connsiteX0" fmla="*/ 0 w 1260280"/>
                  <a:gd name="connsiteY0" fmla="*/ 0 h 3078480"/>
                  <a:gd name="connsiteX1" fmla="*/ 1259840 w 1260280"/>
                  <a:gd name="connsiteY1" fmla="*/ 0 h 3078480"/>
                  <a:gd name="connsiteX2" fmla="*/ 1259840 w 1260280"/>
                  <a:gd name="connsiteY2" fmla="*/ 815396 h 3078480"/>
                  <a:gd name="connsiteX3" fmla="*/ 1260022 w 1260280"/>
                  <a:gd name="connsiteY3" fmla="*/ 2072696 h 3078480"/>
                  <a:gd name="connsiteX4" fmla="*/ 1259840 w 1260280"/>
                  <a:gd name="connsiteY4" fmla="*/ 3078480 h 3078480"/>
                  <a:gd name="connsiteX5" fmla="*/ 0 w 1260280"/>
                  <a:gd name="connsiteY5" fmla="*/ 3078480 h 3078480"/>
                  <a:gd name="connsiteX6" fmla="*/ 0 w 1260280"/>
                  <a:gd name="connsiteY6" fmla="*/ 0 h 3078480"/>
                  <a:gd name="connsiteX0" fmla="*/ 0 w 1260316"/>
                  <a:gd name="connsiteY0" fmla="*/ 0 h 3078480"/>
                  <a:gd name="connsiteX1" fmla="*/ 1259840 w 1260316"/>
                  <a:gd name="connsiteY1" fmla="*/ 0 h 3078480"/>
                  <a:gd name="connsiteX2" fmla="*/ 1259840 w 1260316"/>
                  <a:gd name="connsiteY2" fmla="*/ 815396 h 3078480"/>
                  <a:gd name="connsiteX3" fmla="*/ 1260280 w 1260316"/>
                  <a:gd name="connsiteY3" fmla="*/ 2415596 h 3078480"/>
                  <a:gd name="connsiteX4" fmla="*/ 1259840 w 1260316"/>
                  <a:gd name="connsiteY4" fmla="*/ 3078480 h 3078480"/>
                  <a:gd name="connsiteX5" fmla="*/ 0 w 1260316"/>
                  <a:gd name="connsiteY5" fmla="*/ 3078480 h 3078480"/>
                  <a:gd name="connsiteX6" fmla="*/ 0 w 1260316"/>
                  <a:gd name="connsiteY6" fmla="*/ 0 h 3078480"/>
                  <a:gd name="connsiteX0" fmla="*/ 0 w 1260730"/>
                  <a:gd name="connsiteY0" fmla="*/ 0 h 3078480"/>
                  <a:gd name="connsiteX1" fmla="*/ 1259840 w 1260730"/>
                  <a:gd name="connsiteY1" fmla="*/ 0 h 3078480"/>
                  <a:gd name="connsiteX2" fmla="*/ 1260316 w 1260730"/>
                  <a:gd name="connsiteY2" fmla="*/ 701096 h 3078480"/>
                  <a:gd name="connsiteX3" fmla="*/ 1260280 w 1260730"/>
                  <a:gd name="connsiteY3" fmla="*/ 2415596 h 3078480"/>
                  <a:gd name="connsiteX4" fmla="*/ 1259840 w 1260730"/>
                  <a:gd name="connsiteY4" fmla="*/ 3078480 h 3078480"/>
                  <a:gd name="connsiteX5" fmla="*/ 0 w 1260730"/>
                  <a:gd name="connsiteY5" fmla="*/ 3078480 h 3078480"/>
                  <a:gd name="connsiteX6" fmla="*/ 0 w 1260730"/>
                  <a:gd name="connsiteY6" fmla="*/ 0 h 3078480"/>
                  <a:gd name="connsiteX0" fmla="*/ 0 w 1260789"/>
                  <a:gd name="connsiteY0" fmla="*/ 0 h 3078480"/>
                  <a:gd name="connsiteX1" fmla="*/ 1259840 w 1260789"/>
                  <a:gd name="connsiteY1" fmla="*/ 0 h 3078480"/>
                  <a:gd name="connsiteX2" fmla="*/ 1260316 w 1260789"/>
                  <a:gd name="connsiteY2" fmla="*/ 701096 h 3078480"/>
                  <a:gd name="connsiteX3" fmla="*/ 1260730 w 1260789"/>
                  <a:gd name="connsiteY3" fmla="*/ 2415596 h 3078480"/>
                  <a:gd name="connsiteX4" fmla="*/ 1259840 w 1260789"/>
                  <a:gd name="connsiteY4" fmla="*/ 3078480 h 3078480"/>
                  <a:gd name="connsiteX5" fmla="*/ 0 w 1260789"/>
                  <a:gd name="connsiteY5" fmla="*/ 3078480 h 3078480"/>
                  <a:gd name="connsiteX6" fmla="*/ 0 w 1260789"/>
                  <a:gd name="connsiteY6" fmla="*/ 0 h 3078480"/>
                  <a:gd name="connsiteX0" fmla="*/ 0 w 1260798"/>
                  <a:gd name="connsiteY0" fmla="*/ 0 h 3078480"/>
                  <a:gd name="connsiteX1" fmla="*/ 1259840 w 1260798"/>
                  <a:gd name="connsiteY1" fmla="*/ 0 h 3078480"/>
                  <a:gd name="connsiteX2" fmla="*/ 1260316 w 1260798"/>
                  <a:gd name="connsiteY2" fmla="*/ 701096 h 3078480"/>
                  <a:gd name="connsiteX3" fmla="*/ 1260789 w 1260798"/>
                  <a:gd name="connsiteY3" fmla="*/ 2644196 h 3078480"/>
                  <a:gd name="connsiteX4" fmla="*/ 1259840 w 1260798"/>
                  <a:gd name="connsiteY4" fmla="*/ 3078480 h 3078480"/>
                  <a:gd name="connsiteX5" fmla="*/ 0 w 1260798"/>
                  <a:gd name="connsiteY5" fmla="*/ 3078480 h 3078480"/>
                  <a:gd name="connsiteX6" fmla="*/ 0 w 1260798"/>
                  <a:gd name="connsiteY6" fmla="*/ 0 h 3078480"/>
                  <a:gd name="connsiteX0" fmla="*/ 0 w 1260799"/>
                  <a:gd name="connsiteY0" fmla="*/ 0 h 3078480"/>
                  <a:gd name="connsiteX1" fmla="*/ 1259840 w 1260799"/>
                  <a:gd name="connsiteY1" fmla="*/ 0 h 3078480"/>
                  <a:gd name="connsiteX2" fmla="*/ 1260316 w 1260799"/>
                  <a:gd name="connsiteY2" fmla="*/ 701096 h 3078480"/>
                  <a:gd name="connsiteX3" fmla="*/ 1260798 w 1260799"/>
                  <a:gd name="connsiteY3" fmla="*/ 2529896 h 3078480"/>
                  <a:gd name="connsiteX4" fmla="*/ 1259840 w 1260799"/>
                  <a:gd name="connsiteY4" fmla="*/ 3078480 h 3078480"/>
                  <a:gd name="connsiteX5" fmla="*/ 0 w 1260799"/>
                  <a:gd name="connsiteY5" fmla="*/ 3078480 h 3078480"/>
                  <a:gd name="connsiteX6" fmla="*/ 0 w 1260799"/>
                  <a:gd name="connsiteY6" fmla="*/ 0 h 3078480"/>
                  <a:gd name="connsiteX0" fmla="*/ 0 w 1261217"/>
                  <a:gd name="connsiteY0" fmla="*/ 0 h 3078480"/>
                  <a:gd name="connsiteX1" fmla="*/ 1259840 w 1261217"/>
                  <a:gd name="connsiteY1" fmla="*/ 0 h 3078480"/>
                  <a:gd name="connsiteX2" fmla="*/ 1260799 w 1261217"/>
                  <a:gd name="connsiteY2" fmla="*/ 586796 h 3078480"/>
                  <a:gd name="connsiteX3" fmla="*/ 1260798 w 1261217"/>
                  <a:gd name="connsiteY3" fmla="*/ 2529896 h 3078480"/>
                  <a:gd name="connsiteX4" fmla="*/ 1259840 w 1261217"/>
                  <a:gd name="connsiteY4" fmla="*/ 3078480 h 3078480"/>
                  <a:gd name="connsiteX5" fmla="*/ 0 w 1261217"/>
                  <a:gd name="connsiteY5" fmla="*/ 3078480 h 3078480"/>
                  <a:gd name="connsiteX6" fmla="*/ 0 w 1261217"/>
                  <a:gd name="connsiteY6" fmla="*/ 0 h 3078480"/>
                  <a:gd name="connsiteX0" fmla="*/ 0 w 1260799"/>
                  <a:gd name="connsiteY0" fmla="*/ 0 h 3078480"/>
                  <a:gd name="connsiteX1" fmla="*/ 1259840 w 1260799"/>
                  <a:gd name="connsiteY1" fmla="*/ 0 h 3078480"/>
                  <a:gd name="connsiteX2" fmla="*/ 1260799 w 1260799"/>
                  <a:gd name="connsiteY2" fmla="*/ 586796 h 3078480"/>
                  <a:gd name="connsiteX3" fmla="*/ 1250634 w 1260799"/>
                  <a:gd name="connsiteY3" fmla="*/ 1042554 h 3078480"/>
                  <a:gd name="connsiteX4" fmla="*/ 1260798 w 1260799"/>
                  <a:gd name="connsiteY4" fmla="*/ 2529896 h 3078480"/>
                  <a:gd name="connsiteX5" fmla="*/ 1259840 w 1260799"/>
                  <a:gd name="connsiteY5" fmla="*/ 3078480 h 3078480"/>
                  <a:gd name="connsiteX6" fmla="*/ 0 w 1260799"/>
                  <a:gd name="connsiteY6" fmla="*/ 3078480 h 3078480"/>
                  <a:gd name="connsiteX7" fmla="*/ 0 w 1260799"/>
                  <a:gd name="connsiteY7" fmla="*/ 0 h 3078480"/>
                  <a:gd name="connsiteX0" fmla="*/ 0 w 1260799"/>
                  <a:gd name="connsiteY0" fmla="*/ 0 h 3078480"/>
                  <a:gd name="connsiteX1" fmla="*/ 1259840 w 1260799"/>
                  <a:gd name="connsiteY1" fmla="*/ 0 h 3078480"/>
                  <a:gd name="connsiteX2" fmla="*/ 1260799 w 1260799"/>
                  <a:gd name="connsiteY2" fmla="*/ 586796 h 3078480"/>
                  <a:gd name="connsiteX3" fmla="*/ 1250634 w 1260799"/>
                  <a:gd name="connsiteY3" fmla="*/ 1042554 h 3078480"/>
                  <a:gd name="connsiteX4" fmla="*/ 1246260 w 1260799"/>
                  <a:gd name="connsiteY4" fmla="*/ 2053207 h 3078480"/>
                  <a:gd name="connsiteX5" fmla="*/ 1260798 w 1260799"/>
                  <a:gd name="connsiteY5" fmla="*/ 2529896 h 3078480"/>
                  <a:gd name="connsiteX6" fmla="*/ 1259840 w 1260799"/>
                  <a:gd name="connsiteY6" fmla="*/ 3078480 h 3078480"/>
                  <a:gd name="connsiteX7" fmla="*/ 0 w 1260799"/>
                  <a:gd name="connsiteY7" fmla="*/ 3078480 h 3078480"/>
                  <a:gd name="connsiteX8" fmla="*/ 0 w 1260799"/>
                  <a:gd name="connsiteY8" fmla="*/ 0 h 3078480"/>
                  <a:gd name="connsiteX0" fmla="*/ 0 w 1261234"/>
                  <a:gd name="connsiteY0" fmla="*/ 0 h 3078480"/>
                  <a:gd name="connsiteX1" fmla="*/ 1259840 w 1261234"/>
                  <a:gd name="connsiteY1" fmla="*/ 0 h 3078480"/>
                  <a:gd name="connsiteX2" fmla="*/ 1260799 w 1261234"/>
                  <a:gd name="connsiteY2" fmla="*/ 586796 h 3078480"/>
                  <a:gd name="connsiteX3" fmla="*/ 1250634 w 1261234"/>
                  <a:gd name="connsiteY3" fmla="*/ 1042554 h 3078480"/>
                  <a:gd name="connsiteX4" fmla="*/ 1260799 w 1261234"/>
                  <a:gd name="connsiteY4" fmla="*/ 2071801 h 3078480"/>
                  <a:gd name="connsiteX5" fmla="*/ 1260798 w 1261234"/>
                  <a:gd name="connsiteY5" fmla="*/ 2529896 h 3078480"/>
                  <a:gd name="connsiteX6" fmla="*/ 1259840 w 1261234"/>
                  <a:gd name="connsiteY6" fmla="*/ 3078480 h 3078480"/>
                  <a:gd name="connsiteX7" fmla="*/ 0 w 1261234"/>
                  <a:gd name="connsiteY7" fmla="*/ 3078480 h 3078480"/>
                  <a:gd name="connsiteX8" fmla="*/ 0 w 1261234"/>
                  <a:gd name="connsiteY8" fmla="*/ 0 h 3078480"/>
                  <a:gd name="connsiteX0" fmla="*/ 0 w 1261234"/>
                  <a:gd name="connsiteY0" fmla="*/ 0 h 3078480"/>
                  <a:gd name="connsiteX1" fmla="*/ 1259840 w 1261234"/>
                  <a:gd name="connsiteY1" fmla="*/ 0 h 3078480"/>
                  <a:gd name="connsiteX2" fmla="*/ 1260799 w 1261234"/>
                  <a:gd name="connsiteY2" fmla="*/ 586796 h 3078480"/>
                  <a:gd name="connsiteX3" fmla="*/ 1261234 w 1261234"/>
                  <a:gd name="connsiteY3" fmla="*/ 1043101 h 3078480"/>
                  <a:gd name="connsiteX4" fmla="*/ 1260799 w 1261234"/>
                  <a:gd name="connsiteY4" fmla="*/ 2071801 h 3078480"/>
                  <a:gd name="connsiteX5" fmla="*/ 1260798 w 1261234"/>
                  <a:gd name="connsiteY5" fmla="*/ 2529896 h 3078480"/>
                  <a:gd name="connsiteX6" fmla="*/ 1259840 w 1261234"/>
                  <a:gd name="connsiteY6" fmla="*/ 3078480 h 3078480"/>
                  <a:gd name="connsiteX7" fmla="*/ 0 w 1261234"/>
                  <a:gd name="connsiteY7" fmla="*/ 3078480 h 3078480"/>
                  <a:gd name="connsiteX8" fmla="*/ 0 w 1261234"/>
                  <a:gd name="connsiteY8" fmla="*/ 0 h 3078480"/>
                  <a:gd name="connsiteX0" fmla="*/ 0 w 1261234"/>
                  <a:gd name="connsiteY0" fmla="*/ 0 h 3078480"/>
                  <a:gd name="connsiteX1" fmla="*/ 1259840 w 1261234"/>
                  <a:gd name="connsiteY1" fmla="*/ 0 h 3078480"/>
                  <a:gd name="connsiteX2" fmla="*/ 1260799 w 1261234"/>
                  <a:gd name="connsiteY2" fmla="*/ 586796 h 3078480"/>
                  <a:gd name="connsiteX3" fmla="*/ 1032904 w 1261234"/>
                  <a:gd name="connsiteY3" fmla="*/ 1043101 h 3078480"/>
                  <a:gd name="connsiteX4" fmla="*/ 1261234 w 1261234"/>
                  <a:gd name="connsiteY4" fmla="*/ 1043101 h 3078480"/>
                  <a:gd name="connsiteX5" fmla="*/ 1260799 w 1261234"/>
                  <a:gd name="connsiteY5" fmla="*/ 2071801 h 3078480"/>
                  <a:gd name="connsiteX6" fmla="*/ 1260798 w 1261234"/>
                  <a:gd name="connsiteY6" fmla="*/ 2529896 h 3078480"/>
                  <a:gd name="connsiteX7" fmla="*/ 1259840 w 1261234"/>
                  <a:gd name="connsiteY7" fmla="*/ 3078480 h 3078480"/>
                  <a:gd name="connsiteX8" fmla="*/ 0 w 1261234"/>
                  <a:gd name="connsiteY8" fmla="*/ 3078480 h 3078480"/>
                  <a:gd name="connsiteX9" fmla="*/ 0 w 1261234"/>
                  <a:gd name="connsiteY9" fmla="*/ 0 h 3078480"/>
                  <a:gd name="connsiteX0" fmla="*/ 0 w 1261245"/>
                  <a:gd name="connsiteY0" fmla="*/ 0 h 3078480"/>
                  <a:gd name="connsiteX1" fmla="*/ 1259840 w 1261245"/>
                  <a:gd name="connsiteY1" fmla="*/ 0 h 3078480"/>
                  <a:gd name="connsiteX2" fmla="*/ 1260799 w 1261245"/>
                  <a:gd name="connsiteY2" fmla="*/ 586796 h 3078480"/>
                  <a:gd name="connsiteX3" fmla="*/ 1032904 w 1261245"/>
                  <a:gd name="connsiteY3" fmla="*/ 1043101 h 3078480"/>
                  <a:gd name="connsiteX4" fmla="*/ 1261234 w 1261245"/>
                  <a:gd name="connsiteY4" fmla="*/ 1043101 h 3078480"/>
                  <a:gd name="connsiteX5" fmla="*/ 1260799 w 1261245"/>
                  <a:gd name="connsiteY5" fmla="*/ 2071801 h 3078480"/>
                  <a:gd name="connsiteX6" fmla="*/ 1260798 w 1261245"/>
                  <a:gd name="connsiteY6" fmla="*/ 2529896 h 3078480"/>
                  <a:gd name="connsiteX7" fmla="*/ 1259840 w 1261245"/>
                  <a:gd name="connsiteY7" fmla="*/ 3078480 h 3078480"/>
                  <a:gd name="connsiteX8" fmla="*/ 0 w 1261245"/>
                  <a:gd name="connsiteY8" fmla="*/ 3078480 h 3078480"/>
                  <a:gd name="connsiteX9" fmla="*/ 0 w 1261245"/>
                  <a:gd name="connsiteY9" fmla="*/ 0 h 3078480"/>
                  <a:gd name="connsiteX0" fmla="*/ 0 w 1261245"/>
                  <a:gd name="connsiteY0" fmla="*/ 0 h 3078480"/>
                  <a:gd name="connsiteX1" fmla="*/ 1259840 w 1261245"/>
                  <a:gd name="connsiteY1" fmla="*/ 0 h 3078480"/>
                  <a:gd name="connsiteX2" fmla="*/ 1260799 w 1261245"/>
                  <a:gd name="connsiteY2" fmla="*/ 586796 h 3078480"/>
                  <a:gd name="connsiteX3" fmla="*/ 1032904 w 1261245"/>
                  <a:gd name="connsiteY3" fmla="*/ 1043101 h 3078480"/>
                  <a:gd name="connsiteX4" fmla="*/ 1261234 w 1261245"/>
                  <a:gd name="connsiteY4" fmla="*/ 1043101 h 3078480"/>
                  <a:gd name="connsiteX5" fmla="*/ 1260799 w 1261245"/>
                  <a:gd name="connsiteY5" fmla="*/ 2071801 h 3078480"/>
                  <a:gd name="connsiteX6" fmla="*/ 1260798 w 1261245"/>
                  <a:gd name="connsiteY6" fmla="*/ 2529896 h 3078480"/>
                  <a:gd name="connsiteX7" fmla="*/ 1259840 w 1261245"/>
                  <a:gd name="connsiteY7" fmla="*/ 3078480 h 3078480"/>
                  <a:gd name="connsiteX8" fmla="*/ 0 w 1261245"/>
                  <a:gd name="connsiteY8" fmla="*/ 3078480 h 3078480"/>
                  <a:gd name="connsiteX9" fmla="*/ 0 w 1261245"/>
                  <a:gd name="connsiteY9" fmla="*/ 0 h 3078480"/>
                  <a:gd name="connsiteX0" fmla="*/ 0 w 1261252"/>
                  <a:gd name="connsiteY0" fmla="*/ 0 h 3078480"/>
                  <a:gd name="connsiteX1" fmla="*/ 1259840 w 1261252"/>
                  <a:gd name="connsiteY1" fmla="*/ 0 h 3078480"/>
                  <a:gd name="connsiteX2" fmla="*/ 1260799 w 1261252"/>
                  <a:gd name="connsiteY2" fmla="*/ 586796 h 3078480"/>
                  <a:gd name="connsiteX3" fmla="*/ 1032904 w 1261252"/>
                  <a:gd name="connsiteY3" fmla="*/ 1043101 h 3078480"/>
                  <a:gd name="connsiteX4" fmla="*/ 1261234 w 1261252"/>
                  <a:gd name="connsiteY4" fmla="*/ 1043101 h 3078480"/>
                  <a:gd name="connsiteX5" fmla="*/ 1260799 w 1261252"/>
                  <a:gd name="connsiteY5" fmla="*/ 2071801 h 3078480"/>
                  <a:gd name="connsiteX6" fmla="*/ 1260798 w 1261252"/>
                  <a:gd name="connsiteY6" fmla="*/ 2529896 h 3078480"/>
                  <a:gd name="connsiteX7" fmla="*/ 1259840 w 1261252"/>
                  <a:gd name="connsiteY7" fmla="*/ 3078480 h 3078480"/>
                  <a:gd name="connsiteX8" fmla="*/ 0 w 1261252"/>
                  <a:gd name="connsiteY8" fmla="*/ 3078480 h 3078480"/>
                  <a:gd name="connsiteX9" fmla="*/ 0 w 1261252"/>
                  <a:gd name="connsiteY9" fmla="*/ 0 h 3078480"/>
                  <a:gd name="connsiteX0" fmla="*/ 0 w 1261252"/>
                  <a:gd name="connsiteY0" fmla="*/ 0 h 3078480"/>
                  <a:gd name="connsiteX1" fmla="*/ 1259840 w 1261252"/>
                  <a:gd name="connsiteY1" fmla="*/ 0 h 3078480"/>
                  <a:gd name="connsiteX2" fmla="*/ 1260799 w 1261252"/>
                  <a:gd name="connsiteY2" fmla="*/ 586796 h 3078480"/>
                  <a:gd name="connsiteX3" fmla="*/ 1032904 w 1261252"/>
                  <a:gd name="connsiteY3" fmla="*/ 1043101 h 3078480"/>
                  <a:gd name="connsiteX4" fmla="*/ 1261234 w 1261252"/>
                  <a:gd name="connsiteY4" fmla="*/ 1043101 h 3078480"/>
                  <a:gd name="connsiteX5" fmla="*/ 1260799 w 1261252"/>
                  <a:gd name="connsiteY5" fmla="*/ 2071801 h 3078480"/>
                  <a:gd name="connsiteX6" fmla="*/ 1260798 w 1261252"/>
                  <a:gd name="connsiteY6" fmla="*/ 2529896 h 3078480"/>
                  <a:gd name="connsiteX7" fmla="*/ 1259840 w 1261252"/>
                  <a:gd name="connsiteY7" fmla="*/ 3078480 h 3078480"/>
                  <a:gd name="connsiteX8" fmla="*/ 0 w 1261252"/>
                  <a:gd name="connsiteY8" fmla="*/ 3078480 h 3078480"/>
                  <a:gd name="connsiteX9" fmla="*/ 0 w 1261252"/>
                  <a:gd name="connsiteY9" fmla="*/ 0 h 3078480"/>
                  <a:gd name="connsiteX0" fmla="*/ 0 w 1261252"/>
                  <a:gd name="connsiteY0" fmla="*/ 0 h 3078480"/>
                  <a:gd name="connsiteX1" fmla="*/ 1259840 w 1261252"/>
                  <a:gd name="connsiteY1" fmla="*/ 0 h 3078480"/>
                  <a:gd name="connsiteX2" fmla="*/ 1260799 w 1261252"/>
                  <a:gd name="connsiteY2" fmla="*/ 586796 h 3078480"/>
                  <a:gd name="connsiteX3" fmla="*/ 1032904 w 1261252"/>
                  <a:gd name="connsiteY3" fmla="*/ 1043101 h 3078480"/>
                  <a:gd name="connsiteX4" fmla="*/ 1261234 w 1261252"/>
                  <a:gd name="connsiteY4" fmla="*/ 1043101 h 3078480"/>
                  <a:gd name="connsiteX5" fmla="*/ 1260799 w 1261252"/>
                  <a:gd name="connsiteY5" fmla="*/ 2071801 h 3078480"/>
                  <a:gd name="connsiteX6" fmla="*/ 1260798 w 1261252"/>
                  <a:gd name="connsiteY6" fmla="*/ 2529896 h 3078480"/>
                  <a:gd name="connsiteX7" fmla="*/ 1259840 w 1261252"/>
                  <a:gd name="connsiteY7" fmla="*/ 3078480 h 3078480"/>
                  <a:gd name="connsiteX8" fmla="*/ 0 w 1261252"/>
                  <a:gd name="connsiteY8" fmla="*/ 3078480 h 3078480"/>
                  <a:gd name="connsiteX9" fmla="*/ 0 w 1261252"/>
                  <a:gd name="connsiteY9" fmla="*/ 0 h 3078480"/>
                  <a:gd name="connsiteX0" fmla="*/ 0 w 1353479"/>
                  <a:gd name="connsiteY0" fmla="*/ 0 h 3078480"/>
                  <a:gd name="connsiteX1" fmla="*/ 1259840 w 1353479"/>
                  <a:gd name="connsiteY1" fmla="*/ 0 h 3078480"/>
                  <a:gd name="connsiteX2" fmla="*/ 1260799 w 1353479"/>
                  <a:gd name="connsiteY2" fmla="*/ 586796 h 3078480"/>
                  <a:gd name="connsiteX3" fmla="*/ 1032904 w 1353479"/>
                  <a:gd name="connsiteY3" fmla="*/ 1043101 h 3078480"/>
                  <a:gd name="connsiteX4" fmla="*/ 1261234 w 1353479"/>
                  <a:gd name="connsiteY4" fmla="*/ 1043101 h 3078480"/>
                  <a:gd name="connsiteX5" fmla="*/ 1260799 w 1353479"/>
                  <a:gd name="connsiteY5" fmla="*/ 2071801 h 3078480"/>
                  <a:gd name="connsiteX6" fmla="*/ 1260798 w 1353479"/>
                  <a:gd name="connsiteY6" fmla="*/ 2529896 h 3078480"/>
                  <a:gd name="connsiteX7" fmla="*/ 1259840 w 1353479"/>
                  <a:gd name="connsiteY7" fmla="*/ 3078480 h 3078480"/>
                  <a:gd name="connsiteX8" fmla="*/ 0 w 1353479"/>
                  <a:gd name="connsiteY8" fmla="*/ 3078480 h 3078480"/>
                  <a:gd name="connsiteX9" fmla="*/ 0 w 1353479"/>
                  <a:gd name="connsiteY9" fmla="*/ 0 h 3078480"/>
                  <a:gd name="connsiteX0" fmla="*/ 0 w 1353374"/>
                  <a:gd name="connsiteY0" fmla="*/ 0 h 3078480"/>
                  <a:gd name="connsiteX1" fmla="*/ 1259840 w 1353374"/>
                  <a:gd name="connsiteY1" fmla="*/ 0 h 3078480"/>
                  <a:gd name="connsiteX2" fmla="*/ 1260799 w 1353374"/>
                  <a:gd name="connsiteY2" fmla="*/ 586796 h 3078480"/>
                  <a:gd name="connsiteX3" fmla="*/ 1032904 w 1353374"/>
                  <a:gd name="connsiteY3" fmla="*/ 1043101 h 3078480"/>
                  <a:gd name="connsiteX4" fmla="*/ 1261234 w 1353374"/>
                  <a:gd name="connsiteY4" fmla="*/ 1043101 h 3078480"/>
                  <a:gd name="connsiteX5" fmla="*/ 1260799 w 1353374"/>
                  <a:gd name="connsiteY5" fmla="*/ 2071801 h 3078480"/>
                  <a:gd name="connsiteX6" fmla="*/ 1260798 w 1353374"/>
                  <a:gd name="connsiteY6" fmla="*/ 2529896 h 3078480"/>
                  <a:gd name="connsiteX7" fmla="*/ 1259840 w 1353374"/>
                  <a:gd name="connsiteY7" fmla="*/ 3078480 h 3078480"/>
                  <a:gd name="connsiteX8" fmla="*/ 0 w 1353374"/>
                  <a:gd name="connsiteY8" fmla="*/ 3078480 h 3078480"/>
                  <a:gd name="connsiteX9" fmla="*/ 0 w 1353374"/>
                  <a:gd name="connsiteY9" fmla="*/ 0 h 3078480"/>
                  <a:gd name="connsiteX0" fmla="*/ 0 w 1261252"/>
                  <a:gd name="connsiteY0" fmla="*/ 0 h 3078480"/>
                  <a:gd name="connsiteX1" fmla="*/ 1259840 w 1261252"/>
                  <a:gd name="connsiteY1" fmla="*/ 0 h 3078480"/>
                  <a:gd name="connsiteX2" fmla="*/ 1260799 w 1261252"/>
                  <a:gd name="connsiteY2" fmla="*/ 586796 h 3078480"/>
                  <a:gd name="connsiteX3" fmla="*/ 1032904 w 1261252"/>
                  <a:gd name="connsiteY3" fmla="*/ 1043101 h 3078480"/>
                  <a:gd name="connsiteX4" fmla="*/ 1261234 w 1261252"/>
                  <a:gd name="connsiteY4" fmla="*/ 1043101 h 3078480"/>
                  <a:gd name="connsiteX5" fmla="*/ 1260799 w 1261252"/>
                  <a:gd name="connsiteY5" fmla="*/ 2071801 h 3078480"/>
                  <a:gd name="connsiteX6" fmla="*/ 1260798 w 1261252"/>
                  <a:gd name="connsiteY6" fmla="*/ 2529896 h 3078480"/>
                  <a:gd name="connsiteX7" fmla="*/ 1259840 w 1261252"/>
                  <a:gd name="connsiteY7" fmla="*/ 3078480 h 3078480"/>
                  <a:gd name="connsiteX8" fmla="*/ 0 w 1261252"/>
                  <a:gd name="connsiteY8" fmla="*/ 3078480 h 3078480"/>
                  <a:gd name="connsiteX9" fmla="*/ 0 w 1261252"/>
                  <a:gd name="connsiteY9" fmla="*/ 0 h 3078480"/>
                  <a:gd name="connsiteX0" fmla="*/ 0 w 1261252"/>
                  <a:gd name="connsiteY0" fmla="*/ 0 h 3078480"/>
                  <a:gd name="connsiteX1" fmla="*/ 1259840 w 1261252"/>
                  <a:gd name="connsiteY1" fmla="*/ 0 h 3078480"/>
                  <a:gd name="connsiteX2" fmla="*/ 1260799 w 1261252"/>
                  <a:gd name="connsiteY2" fmla="*/ 586796 h 3078480"/>
                  <a:gd name="connsiteX3" fmla="*/ 1032904 w 1261252"/>
                  <a:gd name="connsiteY3" fmla="*/ 1043101 h 3078480"/>
                  <a:gd name="connsiteX4" fmla="*/ 1261234 w 1261252"/>
                  <a:gd name="connsiteY4" fmla="*/ 1043101 h 3078480"/>
                  <a:gd name="connsiteX5" fmla="*/ 1260799 w 1261252"/>
                  <a:gd name="connsiteY5" fmla="*/ 2071801 h 3078480"/>
                  <a:gd name="connsiteX6" fmla="*/ 1260798 w 1261252"/>
                  <a:gd name="connsiteY6" fmla="*/ 2529896 h 3078480"/>
                  <a:gd name="connsiteX7" fmla="*/ 1259840 w 1261252"/>
                  <a:gd name="connsiteY7" fmla="*/ 3078480 h 3078480"/>
                  <a:gd name="connsiteX8" fmla="*/ 0 w 1261252"/>
                  <a:gd name="connsiteY8" fmla="*/ 3078480 h 3078480"/>
                  <a:gd name="connsiteX9" fmla="*/ 0 w 1261252"/>
                  <a:gd name="connsiteY9" fmla="*/ 0 h 3078480"/>
                  <a:gd name="connsiteX0" fmla="*/ 0 w 1261252"/>
                  <a:gd name="connsiteY0" fmla="*/ 0 h 3078480"/>
                  <a:gd name="connsiteX1" fmla="*/ 1259840 w 1261252"/>
                  <a:gd name="connsiteY1" fmla="*/ 0 h 3078480"/>
                  <a:gd name="connsiteX2" fmla="*/ 1260799 w 1261252"/>
                  <a:gd name="connsiteY2" fmla="*/ 586796 h 3078480"/>
                  <a:gd name="connsiteX3" fmla="*/ 1032904 w 1261252"/>
                  <a:gd name="connsiteY3" fmla="*/ 1043101 h 3078480"/>
                  <a:gd name="connsiteX4" fmla="*/ 1261234 w 1261252"/>
                  <a:gd name="connsiteY4" fmla="*/ 1043101 h 3078480"/>
                  <a:gd name="connsiteX5" fmla="*/ 1260799 w 1261252"/>
                  <a:gd name="connsiteY5" fmla="*/ 2071801 h 3078480"/>
                  <a:gd name="connsiteX6" fmla="*/ 1260798 w 1261252"/>
                  <a:gd name="connsiteY6" fmla="*/ 2529896 h 3078480"/>
                  <a:gd name="connsiteX7" fmla="*/ 1259840 w 1261252"/>
                  <a:gd name="connsiteY7" fmla="*/ 3078480 h 3078480"/>
                  <a:gd name="connsiteX8" fmla="*/ 0 w 1261252"/>
                  <a:gd name="connsiteY8" fmla="*/ 3078480 h 3078480"/>
                  <a:gd name="connsiteX9" fmla="*/ 0 w 1261252"/>
                  <a:gd name="connsiteY9" fmla="*/ 0 h 3078480"/>
                  <a:gd name="connsiteX0" fmla="*/ 0 w 1261252"/>
                  <a:gd name="connsiteY0" fmla="*/ 0 h 3078480"/>
                  <a:gd name="connsiteX1" fmla="*/ 1259840 w 1261252"/>
                  <a:gd name="connsiteY1" fmla="*/ 0 h 3078480"/>
                  <a:gd name="connsiteX2" fmla="*/ 1260799 w 1261252"/>
                  <a:gd name="connsiteY2" fmla="*/ 586796 h 3078480"/>
                  <a:gd name="connsiteX3" fmla="*/ 1032904 w 1261252"/>
                  <a:gd name="connsiteY3" fmla="*/ 1043101 h 3078480"/>
                  <a:gd name="connsiteX4" fmla="*/ 1261234 w 1261252"/>
                  <a:gd name="connsiteY4" fmla="*/ 1043101 h 3078480"/>
                  <a:gd name="connsiteX5" fmla="*/ 1260799 w 1261252"/>
                  <a:gd name="connsiteY5" fmla="*/ 2071801 h 3078480"/>
                  <a:gd name="connsiteX6" fmla="*/ 1260798 w 1261252"/>
                  <a:gd name="connsiteY6" fmla="*/ 2529896 h 3078480"/>
                  <a:gd name="connsiteX7" fmla="*/ 1259840 w 1261252"/>
                  <a:gd name="connsiteY7" fmla="*/ 3078480 h 3078480"/>
                  <a:gd name="connsiteX8" fmla="*/ 0 w 1261252"/>
                  <a:gd name="connsiteY8" fmla="*/ 3078480 h 3078480"/>
                  <a:gd name="connsiteX9" fmla="*/ 0 w 1261252"/>
                  <a:gd name="connsiteY9" fmla="*/ 0 h 3078480"/>
                  <a:gd name="connsiteX0" fmla="*/ 0 w 1261253"/>
                  <a:gd name="connsiteY0" fmla="*/ 0 h 3078480"/>
                  <a:gd name="connsiteX1" fmla="*/ 1259840 w 1261253"/>
                  <a:gd name="connsiteY1" fmla="*/ 0 h 3078480"/>
                  <a:gd name="connsiteX2" fmla="*/ 1260799 w 1261253"/>
                  <a:gd name="connsiteY2" fmla="*/ 586796 h 3078480"/>
                  <a:gd name="connsiteX3" fmla="*/ 1032918 w 1261253"/>
                  <a:gd name="connsiteY3" fmla="*/ 585901 h 3078480"/>
                  <a:gd name="connsiteX4" fmla="*/ 1032904 w 1261253"/>
                  <a:gd name="connsiteY4" fmla="*/ 1043101 h 3078480"/>
                  <a:gd name="connsiteX5" fmla="*/ 1261234 w 1261253"/>
                  <a:gd name="connsiteY5" fmla="*/ 1043101 h 3078480"/>
                  <a:gd name="connsiteX6" fmla="*/ 1260799 w 1261253"/>
                  <a:gd name="connsiteY6" fmla="*/ 2071801 h 3078480"/>
                  <a:gd name="connsiteX7" fmla="*/ 1260798 w 1261253"/>
                  <a:gd name="connsiteY7" fmla="*/ 2529896 h 3078480"/>
                  <a:gd name="connsiteX8" fmla="*/ 1259840 w 1261253"/>
                  <a:gd name="connsiteY8" fmla="*/ 3078480 h 3078480"/>
                  <a:gd name="connsiteX9" fmla="*/ 0 w 1261253"/>
                  <a:gd name="connsiteY9" fmla="*/ 3078480 h 3078480"/>
                  <a:gd name="connsiteX10" fmla="*/ 0 w 1261253"/>
                  <a:gd name="connsiteY10" fmla="*/ 0 h 3078480"/>
                  <a:gd name="connsiteX0" fmla="*/ 0 w 1265510"/>
                  <a:gd name="connsiteY0" fmla="*/ 0 h 3078480"/>
                  <a:gd name="connsiteX1" fmla="*/ 1259840 w 1265510"/>
                  <a:gd name="connsiteY1" fmla="*/ 0 h 3078480"/>
                  <a:gd name="connsiteX2" fmla="*/ 1260799 w 1265510"/>
                  <a:gd name="connsiteY2" fmla="*/ 586796 h 3078480"/>
                  <a:gd name="connsiteX3" fmla="*/ 1032918 w 1265510"/>
                  <a:gd name="connsiteY3" fmla="*/ 585901 h 3078480"/>
                  <a:gd name="connsiteX4" fmla="*/ 1261253 w 1265510"/>
                  <a:gd name="connsiteY4" fmla="*/ 8145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76473"/>
                  <a:gd name="connsiteY0" fmla="*/ 0 h 3078480"/>
                  <a:gd name="connsiteX1" fmla="*/ 1259840 w 1276473"/>
                  <a:gd name="connsiteY1" fmla="*/ 0 h 3078480"/>
                  <a:gd name="connsiteX2" fmla="*/ 1260799 w 1276473"/>
                  <a:gd name="connsiteY2" fmla="*/ 586796 h 3078480"/>
                  <a:gd name="connsiteX3" fmla="*/ 1261357 w 1276473"/>
                  <a:gd name="connsiteY3" fmla="*/ 700201 h 3078480"/>
                  <a:gd name="connsiteX4" fmla="*/ 1261253 w 1276473"/>
                  <a:gd name="connsiteY4" fmla="*/ 814501 h 3078480"/>
                  <a:gd name="connsiteX5" fmla="*/ 1261234 w 1276473"/>
                  <a:gd name="connsiteY5" fmla="*/ 1043101 h 3078480"/>
                  <a:gd name="connsiteX6" fmla="*/ 1260799 w 1276473"/>
                  <a:gd name="connsiteY6" fmla="*/ 2071801 h 3078480"/>
                  <a:gd name="connsiteX7" fmla="*/ 1260798 w 1276473"/>
                  <a:gd name="connsiteY7" fmla="*/ 2529896 h 3078480"/>
                  <a:gd name="connsiteX8" fmla="*/ 1259840 w 1276473"/>
                  <a:gd name="connsiteY8" fmla="*/ 3078480 h 3078480"/>
                  <a:gd name="connsiteX9" fmla="*/ 0 w 1276473"/>
                  <a:gd name="connsiteY9" fmla="*/ 3078480 h 3078480"/>
                  <a:gd name="connsiteX10" fmla="*/ 0 w 1276473"/>
                  <a:gd name="connsiteY10" fmla="*/ 0 h 3078480"/>
                  <a:gd name="connsiteX0" fmla="*/ 0 w 1265510"/>
                  <a:gd name="connsiteY0" fmla="*/ 0 h 3078480"/>
                  <a:gd name="connsiteX1" fmla="*/ 1259840 w 1265510"/>
                  <a:gd name="connsiteY1" fmla="*/ 0 h 3078480"/>
                  <a:gd name="connsiteX2" fmla="*/ 1260799 w 1265510"/>
                  <a:gd name="connsiteY2" fmla="*/ 586796 h 3078480"/>
                  <a:gd name="connsiteX3" fmla="*/ 1261357 w 1265510"/>
                  <a:gd name="connsiteY3" fmla="*/ 700201 h 3078480"/>
                  <a:gd name="connsiteX4" fmla="*/ 1261253 w 1265510"/>
                  <a:gd name="connsiteY4" fmla="*/ 8145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0799 w 1265510"/>
                  <a:gd name="connsiteY2" fmla="*/ 586796 h 3078480"/>
                  <a:gd name="connsiteX3" fmla="*/ 1032765 w 1265510"/>
                  <a:gd name="connsiteY3" fmla="*/ 585901 h 3078480"/>
                  <a:gd name="connsiteX4" fmla="*/ 1261253 w 1265510"/>
                  <a:gd name="connsiteY4" fmla="*/ 8145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0799 w 1265510"/>
                  <a:gd name="connsiteY2" fmla="*/ 586796 h 3078480"/>
                  <a:gd name="connsiteX3" fmla="*/ 1032765 w 1265510"/>
                  <a:gd name="connsiteY3" fmla="*/ 585901 h 3078480"/>
                  <a:gd name="connsiteX4" fmla="*/ 1261253 w 1265510"/>
                  <a:gd name="connsiteY4" fmla="*/ 8145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261253 w 1265510"/>
                  <a:gd name="connsiteY4" fmla="*/ 8145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71085"/>
                  <a:gd name="connsiteY0" fmla="*/ 0 h 3078480"/>
                  <a:gd name="connsiteX1" fmla="*/ 1259840 w 1271085"/>
                  <a:gd name="connsiteY1" fmla="*/ 0 h 3078480"/>
                  <a:gd name="connsiteX2" fmla="*/ 1265510 w 1271085"/>
                  <a:gd name="connsiteY2" fmla="*/ 585901 h 3078480"/>
                  <a:gd name="connsiteX3" fmla="*/ 1032765 w 1271085"/>
                  <a:gd name="connsiteY3" fmla="*/ 585901 h 3078480"/>
                  <a:gd name="connsiteX4" fmla="*/ 1032765 w 1271085"/>
                  <a:gd name="connsiteY4" fmla="*/ 1043101 h 3078480"/>
                  <a:gd name="connsiteX5" fmla="*/ 1261234 w 1271085"/>
                  <a:gd name="connsiteY5" fmla="*/ 1043101 h 3078480"/>
                  <a:gd name="connsiteX6" fmla="*/ 1260799 w 1271085"/>
                  <a:gd name="connsiteY6" fmla="*/ 2071801 h 3078480"/>
                  <a:gd name="connsiteX7" fmla="*/ 1260798 w 1271085"/>
                  <a:gd name="connsiteY7" fmla="*/ 2529896 h 3078480"/>
                  <a:gd name="connsiteX8" fmla="*/ 1259840 w 1271085"/>
                  <a:gd name="connsiteY8" fmla="*/ 3078480 h 3078480"/>
                  <a:gd name="connsiteX9" fmla="*/ 0 w 1271085"/>
                  <a:gd name="connsiteY9" fmla="*/ 3078480 h 3078480"/>
                  <a:gd name="connsiteX10" fmla="*/ 0 w 1271085"/>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260798 w 1265510"/>
                  <a:gd name="connsiteY7" fmla="*/ 2529896 h 3078480"/>
                  <a:gd name="connsiteX8" fmla="*/ 1259840 w 1265510"/>
                  <a:gd name="connsiteY8" fmla="*/ 3078480 h 3078480"/>
                  <a:gd name="connsiteX9" fmla="*/ 0 w 1265510"/>
                  <a:gd name="connsiteY9" fmla="*/ 3078480 h 3078480"/>
                  <a:gd name="connsiteX10" fmla="*/ 0 w 1265510"/>
                  <a:gd name="connsiteY10"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032765 w 1265510"/>
                  <a:gd name="connsiteY7" fmla="*/ 2529001 h 3078480"/>
                  <a:gd name="connsiteX8" fmla="*/ 1260798 w 1265510"/>
                  <a:gd name="connsiteY8" fmla="*/ 2529896 h 3078480"/>
                  <a:gd name="connsiteX9" fmla="*/ 1259840 w 1265510"/>
                  <a:gd name="connsiteY9" fmla="*/ 3078480 h 3078480"/>
                  <a:gd name="connsiteX10" fmla="*/ 0 w 1265510"/>
                  <a:gd name="connsiteY10" fmla="*/ 3078480 h 3078480"/>
                  <a:gd name="connsiteX11" fmla="*/ 0 w 1265510"/>
                  <a:gd name="connsiteY11" fmla="*/ 0 h 3078480"/>
                  <a:gd name="connsiteX0" fmla="*/ 0 w 1394406"/>
                  <a:gd name="connsiteY0" fmla="*/ 0 h 3078480"/>
                  <a:gd name="connsiteX1" fmla="*/ 1259840 w 1394406"/>
                  <a:gd name="connsiteY1" fmla="*/ 0 h 3078480"/>
                  <a:gd name="connsiteX2" fmla="*/ 1265510 w 1394406"/>
                  <a:gd name="connsiteY2" fmla="*/ 585901 h 3078480"/>
                  <a:gd name="connsiteX3" fmla="*/ 1032765 w 1394406"/>
                  <a:gd name="connsiteY3" fmla="*/ 585901 h 3078480"/>
                  <a:gd name="connsiteX4" fmla="*/ 1032765 w 1394406"/>
                  <a:gd name="connsiteY4" fmla="*/ 1043101 h 3078480"/>
                  <a:gd name="connsiteX5" fmla="*/ 1261234 w 1394406"/>
                  <a:gd name="connsiteY5" fmla="*/ 1043101 h 3078480"/>
                  <a:gd name="connsiteX6" fmla="*/ 1260799 w 1394406"/>
                  <a:gd name="connsiteY6" fmla="*/ 2071801 h 3078480"/>
                  <a:gd name="connsiteX7" fmla="*/ 1032765 w 1394406"/>
                  <a:gd name="connsiteY7" fmla="*/ 2529001 h 3078480"/>
                  <a:gd name="connsiteX8" fmla="*/ 1260798 w 1394406"/>
                  <a:gd name="connsiteY8" fmla="*/ 2529896 h 3078480"/>
                  <a:gd name="connsiteX9" fmla="*/ 1259840 w 1394406"/>
                  <a:gd name="connsiteY9" fmla="*/ 3078480 h 3078480"/>
                  <a:gd name="connsiteX10" fmla="*/ 0 w 1394406"/>
                  <a:gd name="connsiteY10" fmla="*/ 3078480 h 3078480"/>
                  <a:gd name="connsiteX11" fmla="*/ 0 w 1394406"/>
                  <a:gd name="connsiteY11" fmla="*/ 0 h 3078480"/>
                  <a:gd name="connsiteX0" fmla="*/ 0 w 1394406"/>
                  <a:gd name="connsiteY0" fmla="*/ 0 h 3078480"/>
                  <a:gd name="connsiteX1" fmla="*/ 1259840 w 1394406"/>
                  <a:gd name="connsiteY1" fmla="*/ 0 h 3078480"/>
                  <a:gd name="connsiteX2" fmla="*/ 1265510 w 1394406"/>
                  <a:gd name="connsiteY2" fmla="*/ 585901 h 3078480"/>
                  <a:gd name="connsiteX3" fmla="*/ 1032765 w 1394406"/>
                  <a:gd name="connsiteY3" fmla="*/ 585901 h 3078480"/>
                  <a:gd name="connsiteX4" fmla="*/ 1032765 w 1394406"/>
                  <a:gd name="connsiteY4" fmla="*/ 1043101 h 3078480"/>
                  <a:gd name="connsiteX5" fmla="*/ 1261234 w 1394406"/>
                  <a:gd name="connsiteY5" fmla="*/ 1043101 h 3078480"/>
                  <a:gd name="connsiteX6" fmla="*/ 1260799 w 1394406"/>
                  <a:gd name="connsiteY6" fmla="*/ 2071801 h 3078480"/>
                  <a:gd name="connsiteX7" fmla="*/ 1032765 w 1394406"/>
                  <a:gd name="connsiteY7" fmla="*/ 2529001 h 3078480"/>
                  <a:gd name="connsiteX8" fmla="*/ 1260798 w 1394406"/>
                  <a:gd name="connsiteY8" fmla="*/ 2529896 h 3078480"/>
                  <a:gd name="connsiteX9" fmla="*/ 1259840 w 1394406"/>
                  <a:gd name="connsiteY9" fmla="*/ 3078480 h 3078480"/>
                  <a:gd name="connsiteX10" fmla="*/ 0 w 1394406"/>
                  <a:gd name="connsiteY10" fmla="*/ 3078480 h 3078480"/>
                  <a:gd name="connsiteX11" fmla="*/ 0 w 1394406"/>
                  <a:gd name="connsiteY11" fmla="*/ 0 h 3078480"/>
                  <a:gd name="connsiteX0" fmla="*/ 0 w 1394406"/>
                  <a:gd name="connsiteY0" fmla="*/ 0 h 3078480"/>
                  <a:gd name="connsiteX1" fmla="*/ 1259840 w 1394406"/>
                  <a:gd name="connsiteY1" fmla="*/ 0 h 3078480"/>
                  <a:gd name="connsiteX2" fmla="*/ 1265510 w 1394406"/>
                  <a:gd name="connsiteY2" fmla="*/ 585901 h 3078480"/>
                  <a:gd name="connsiteX3" fmla="*/ 1032765 w 1394406"/>
                  <a:gd name="connsiteY3" fmla="*/ 585901 h 3078480"/>
                  <a:gd name="connsiteX4" fmla="*/ 1032765 w 1394406"/>
                  <a:gd name="connsiteY4" fmla="*/ 1043101 h 3078480"/>
                  <a:gd name="connsiteX5" fmla="*/ 1261234 w 1394406"/>
                  <a:gd name="connsiteY5" fmla="*/ 1043101 h 3078480"/>
                  <a:gd name="connsiteX6" fmla="*/ 1260799 w 1394406"/>
                  <a:gd name="connsiteY6" fmla="*/ 2071801 h 3078480"/>
                  <a:gd name="connsiteX7" fmla="*/ 1032762 w 1394406"/>
                  <a:gd name="connsiteY7" fmla="*/ 2186101 h 3078480"/>
                  <a:gd name="connsiteX8" fmla="*/ 1032765 w 1394406"/>
                  <a:gd name="connsiteY8" fmla="*/ 2529001 h 3078480"/>
                  <a:gd name="connsiteX9" fmla="*/ 1260798 w 1394406"/>
                  <a:gd name="connsiteY9" fmla="*/ 2529896 h 3078480"/>
                  <a:gd name="connsiteX10" fmla="*/ 1259840 w 1394406"/>
                  <a:gd name="connsiteY10" fmla="*/ 3078480 h 3078480"/>
                  <a:gd name="connsiteX11" fmla="*/ 0 w 1394406"/>
                  <a:gd name="connsiteY11" fmla="*/ 3078480 h 3078480"/>
                  <a:gd name="connsiteX12" fmla="*/ 0 w 1394406"/>
                  <a:gd name="connsiteY12" fmla="*/ 0 h 3078480"/>
                  <a:gd name="connsiteX0" fmla="*/ 0 w 1394406"/>
                  <a:gd name="connsiteY0" fmla="*/ 0 h 3078480"/>
                  <a:gd name="connsiteX1" fmla="*/ 1259840 w 1394406"/>
                  <a:gd name="connsiteY1" fmla="*/ 0 h 3078480"/>
                  <a:gd name="connsiteX2" fmla="*/ 1265510 w 1394406"/>
                  <a:gd name="connsiteY2" fmla="*/ 585901 h 3078480"/>
                  <a:gd name="connsiteX3" fmla="*/ 1032765 w 1394406"/>
                  <a:gd name="connsiteY3" fmla="*/ 585901 h 3078480"/>
                  <a:gd name="connsiteX4" fmla="*/ 1032765 w 1394406"/>
                  <a:gd name="connsiteY4" fmla="*/ 1043101 h 3078480"/>
                  <a:gd name="connsiteX5" fmla="*/ 1261234 w 1394406"/>
                  <a:gd name="connsiteY5" fmla="*/ 1043101 h 3078480"/>
                  <a:gd name="connsiteX6" fmla="*/ 1260799 w 1394406"/>
                  <a:gd name="connsiteY6" fmla="*/ 2071801 h 3078480"/>
                  <a:gd name="connsiteX7" fmla="*/ 1032762 w 1394406"/>
                  <a:gd name="connsiteY7" fmla="*/ 2186101 h 3078480"/>
                  <a:gd name="connsiteX8" fmla="*/ 1032765 w 1394406"/>
                  <a:gd name="connsiteY8" fmla="*/ 2529001 h 3078480"/>
                  <a:gd name="connsiteX9" fmla="*/ 1260798 w 1394406"/>
                  <a:gd name="connsiteY9" fmla="*/ 2529896 h 3078480"/>
                  <a:gd name="connsiteX10" fmla="*/ 1259840 w 1394406"/>
                  <a:gd name="connsiteY10" fmla="*/ 3078480 h 3078480"/>
                  <a:gd name="connsiteX11" fmla="*/ 0 w 1394406"/>
                  <a:gd name="connsiteY11" fmla="*/ 3078480 h 3078480"/>
                  <a:gd name="connsiteX12" fmla="*/ 0 w 1394406"/>
                  <a:gd name="connsiteY12" fmla="*/ 0 h 3078480"/>
                  <a:gd name="connsiteX0" fmla="*/ 0 w 1394406"/>
                  <a:gd name="connsiteY0" fmla="*/ 0 h 3078480"/>
                  <a:gd name="connsiteX1" fmla="*/ 1259840 w 1394406"/>
                  <a:gd name="connsiteY1" fmla="*/ 0 h 3078480"/>
                  <a:gd name="connsiteX2" fmla="*/ 1265510 w 1394406"/>
                  <a:gd name="connsiteY2" fmla="*/ 585901 h 3078480"/>
                  <a:gd name="connsiteX3" fmla="*/ 1032765 w 1394406"/>
                  <a:gd name="connsiteY3" fmla="*/ 585901 h 3078480"/>
                  <a:gd name="connsiteX4" fmla="*/ 1032765 w 1394406"/>
                  <a:gd name="connsiteY4" fmla="*/ 1043101 h 3078480"/>
                  <a:gd name="connsiteX5" fmla="*/ 1261234 w 1394406"/>
                  <a:gd name="connsiteY5" fmla="*/ 1043101 h 3078480"/>
                  <a:gd name="connsiteX6" fmla="*/ 1260799 w 1394406"/>
                  <a:gd name="connsiteY6" fmla="*/ 2071801 h 3078480"/>
                  <a:gd name="connsiteX7" fmla="*/ 1032762 w 1394406"/>
                  <a:gd name="connsiteY7" fmla="*/ 2071801 h 3078480"/>
                  <a:gd name="connsiteX8" fmla="*/ 1032765 w 1394406"/>
                  <a:gd name="connsiteY8" fmla="*/ 2529001 h 3078480"/>
                  <a:gd name="connsiteX9" fmla="*/ 1260798 w 1394406"/>
                  <a:gd name="connsiteY9" fmla="*/ 2529896 h 3078480"/>
                  <a:gd name="connsiteX10" fmla="*/ 1259840 w 1394406"/>
                  <a:gd name="connsiteY10" fmla="*/ 3078480 h 3078480"/>
                  <a:gd name="connsiteX11" fmla="*/ 0 w 1394406"/>
                  <a:gd name="connsiteY11" fmla="*/ 3078480 h 3078480"/>
                  <a:gd name="connsiteX12" fmla="*/ 0 w 1394406"/>
                  <a:gd name="connsiteY12" fmla="*/ 0 h 3078480"/>
                  <a:gd name="connsiteX0" fmla="*/ 0 w 1411061"/>
                  <a:gd name="connsiteY0" fmla="*/ 0 h 3078480"/>
                  <a:gd name="connsiteX1" fmla="*/ 1259840 w 1411061"/>
                  <a:gd name="connsiteY1" fmla="*/ 0 h 3078480"/>
                  <a:gd name="connsiteX2" fmla="*/ 1265510 w 1411061"/>
                  <a:gd name="connsiteY2" fmla="*/ 585901 h 3078480"/>
                  <a:gd name="connsiteX3" fmla="*/ 1032765 w 1411061"/>
                  <a:gd name="connsiteY3" fmla="*/ 585901 h 3078480"/>
                  <a:gd name="connsiteX4" fmla="*/ 1032765 w 1411061"/>
                  <a:gd name="connsiteY4" fmla="*/ 1043101 h 3078480"/>
                  <a:gd name="connsiteX5" fmla="*/ 1261234 w 1411061"/>
                  <a:gd name="connsiteY5" fmla="*/ 1043101 h 3078480"/>
                  <a:gd name="connsiteX6" fmla="*/ 1260799 w 1411061"/>
                  <a:gd name="connsiteY6" fmla="*/ 2071801 h 3078480"/>
                  <a:gd name="connsiteX7" fmla="*/ 1032762 w 1411061"/>
                  <a:gd name="connsiteY7" fmla="*/ 2071801 h 3078480"/>
                  <a:gd name="connsiteX8" fmla="*/ 1032765 w 1411061"/>
                  <a:gd name="connsiteY8" fmla="*/ 2529001 h 3078480"/>
                  <a:gd name="connsiteX9" fmla="*/ 1260798 w 1411061"/>
                  <a:gd name="connsiteY9" fmla="*/ 2529896 h 3078480"/>
                  <a:gd name="connsiteX10" fmla="*/ 1259840 w 1411061"/>
                  <a:gd name="connsiteY10" fmla="*/ 3078480 h 3078480"/>
                  <a:gd name="connsiteX11" fmla="*/ 0 w 1411061"/>
                  <a:gd name="connsiteY11" fmla="*/ 3078480 h 3078480"/>
                  <a:gd name="connsiteX12" fmla="*/ 0 w 1411061"/>
                  <a:gd name="connsiteY12" fmla="*/ 0 h 3078480"/>
                  <a:gd name="connsiteX0" fmla="*/ 0 w 1394406"/>
                  <a:gd name="connsiteY0" fmla="*/ 0 h 3078480"/>
                  <a:gd name="connsiteX1" fmla="*/ 1259840 w 1394406"/>
                  <a:gd name="connsiteY1" fmla="*/ 0 h 3078480"/>
                  <a:gd name="connsiteX2" fmla="*/ 1265510 w 1394406"/>
                  <a:gd name="connsiteY2" fmla="*/ 585901 h 3078480"/>
                  <a:gd name="connsiteX3" fmla="*/ 1032765 w 1394406"/>
                  <a:gd name="connsiteY3" fmla="*/ 585901 h 3078480"/>
                  <a:gd name="connsiteX4" fmla="*/ 1032765 w 1394406"/>
                  <a:gd name="connsiteY4" fmla="*/ 1043101 h 3078480"/>
                  <a:gd name="connsiteX5" fmla="*/ 1261234 w 1394406"/>
                  <a:gd name="connsiteY5" fmla="*/ 1043101 h 3078480"/>
                  <a:gd name="connsiteX6" fmla="*/ 1260799 w 1394406"/>
                  <a:gd name="connsiteY6" fmla="*/ 2071801 h 3078480"/>
                  <a:gd name="connsiteX7" fmla="*/ 1032762 w 1394406"/>
                  <a:gd name="connsiteY7" fmla="*/ 2071801 h 3078480"/>
                  <a:gd name="connsiteX8" fmla="*/ 1032765 w 1394406"/>
                  <a:gd name="connsiteY8" fmla="*/ 2529001 h 3078480"/>
                  <a:gd name="connsiteX9" fmla="*/ 1260798 w 1394406"/>
                  <a:gd name="connsiteY9" fmla="*/ 2529896 h 3078480"/>
                  <a:gd name="connsiteX10" fmla="*/ 1259840 w 1394406"/>
                  <a:gd name="connsiteY10" fmla="*/ 3078480 h 3078480"/>
                  <a:gd name="connsiteX11" fmla="*/ 0 w 1394406"/>
                  <a:gd name="connsiteY11" fmla="*/ 3078480 h 3078480"/>
                  <a:gd name="connsiteX12" fmla="*/ 0 w 1394406"/>
                  <a:gd name="connsiteY12"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032762 w 1265510"/>
                  <a:gd name="connsiteY7" fmla="*/ 2071801 h 3078480"/>
                  <a:gd name="connsiteX8" fmla="*/ 1032765 w 1265510"/>
                  <a:gd name="connsiteY8" fmla="*/ 2529001 h 3078480"/>
                  <a:gd name="connsiteX9" fmla="*/ 1260798 w 1265510"/>
                  <a:gd name="connsiteY9" fmla="*/ 2529896 h 3078480"/>
                  <a:gd name="connsiteX10" fmla="*/ 1259840 w 1265510"/>
                  <a:gd name="connsiteY10" fmla="*/ 3078480 h 3078480"/>
                  <a:gd name="connsiteX11" fmla="*/ 0 w 1265510"/>
                  <a:gd name="connsiteY11" fmla="*/ 3078480 h 3078480"/>
                  <a:gd name="connsiteX12" fmla="*/ 0 w 1265510"/>
                  <a:gd name="connsiteY12" fmla="*/ 0 h 3078480"/>
                  <a:gd name="connsiteX0" fmla="*/ 0 w 1265510"/>
                  <a:gd name="connsiteY0" fmla="*/ 0 h 3078480"/>
                  <a:gd name="connsiteX1" fmla="*/ 1259840 w 1265510"/>
                  <a:gd name="connsiteY1" fmla="*/ 0 h 3078480"/>
                  <a:gd name="connsiteX2" fmla="*/ 1265510 w 1265510"/>
                  <a:gd name="connsiteY2" fmla="*/ 585901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032762 w 1265510"/>
                  <a:gd name="connsiteY7" fmla="*/ 2071801 h 3078480"/>
                  <a:gd name="connsiteX8" fmla="*/ 1032765 w 1265510"/>
                  <a:gd name="connsiteY8" fmla="*/ 2529001 h 3078480"/>
                  <a:gd name="connsiteX9" fmla="*/ 1260798 w 1265510"/>
                  <a:gd name="connsiteY9" fmla="*/ 2529896 h 3078480"/>
                  <a:gd name="connsiteX10" fmla="*/ 1259840 w 1265510"/>
                  <a:gd name="connsiteY10" fmla="*/ 3078480 h 3078480"/>
                  <a:gd name="connsiteX11" fmla="*/ 0 w 1265510"/>
                  <a:gd name="connsiteY11" fmla="*/ 3078480 h 3078480"/>
                  <a:gd name="connsiteX12" fmla="*/ 0 w 1265510"/>
                  <a:gd name="connsiteY12" fmla="*/ 0 h 3078480"/>
                  <a:gd name="connsiteX0" fmla="*/ 0 w 1265510"/>
                  <a:gd name="connsiteY0" fmla="*/ 0 h 3078480"/>
                  <a:gd name="connsiteX1" fmla="*/ 1259840 w 1265510"/>
                  <a:gd name="connsiteY1" fmla="*/ 0 h 3078480"/>
                  <a:gd name="connsiteX2" fmla="*/ 1265510 w 1265510"/>
                  <a:gd name="connsiteY2" fmla="*/ 470682 h 3078480"/>
                  <a:gd name="connsiteX3" fmla="*/ 1032765 w 1265510"/>
                  <a:gd name="connsiteY3" fmla="*/ 585901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032762 w 1265510"/>
                  <a:gd name="connsiteY7" fmla="*/ 2071801 h 3078480"/>
                  <a:gd name="connsiteX8" fmla="*/ 1032765 w 1265510"/>
                  <a:gd name="connsiteY8" fmla="*/ 2529001 h 3078480"/>
                  <a:gd name="connsiteX9" fmla="*/ 1260798 w 1265510"/>
                  <a:gd name="connsiteY9" fmla="*/ 2529896 h 3078480"/>
                  <a:gd name="connsiteX10" fmla="*/ 1259840 w 1265510"/>
                  <a:gd name="connsiteY10" fmla="*/ 3078480 h 3078480"/>
                  <a:gd name="connsiteX11" fmla="*/ 0 w 1265510"/>
                  <a:gd name="connsiteY11" fmla="*/ 3078480 h 3078480"/>
                  <a:gd name="connsiteX12" fmla="*/ 0 w 1265510"/>
                  <a:gd name="connsiteY12" fmla="*/ 0 h 3078480"/>
                  <a:gd name="connsiteX0" fmla="*/ 0 w 1265510"/>
                  <a:gd name="connsiteY0" fmla="*/ 0 h 3078480"/>
                  <a:gd name="connsiteX1" fmla="*/ 1259840 w 1265510"/>
                  <a:gd name="connsiteY1" fmla="*/ 0 h 3078480"/>
                  <a:gd name="connsiteX2" fmla="*/ 1265510 w 1265510"/>
                  <a:gd name="connsiteY2" fmla="*/ 470682 h 3078480"/>
                  <a:gd name="connsiteX3" fmla="*/ 983507 w 1265510"/>
                  <a:gd name="connsiteY3" fmla="*/ 470682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032762 w 1265510"/>
                  <a:gd name="connsiteY7" fmla="*/ 2071801 h 3078480"/>
                  <a:gd name="connsiteX8" fmla="*/ 1032765 w 1265510"/>
                  <a:gd name="connsiteY8" fmla="*/ 2529001 h 3078480"/>
                  <a:gd name="connsiteX9" fmla="*/ 1260798 w 1265510"/>
                  <a:gd name="connsiteY9" fmla="*/ 2529896 h 3078480"/>
                  <a:gd name="connsiteX10" fmla="*/ 1259840 w 1265510"/>
                  <a:gd name="connsiteY10" fmla="*/ 3078480 h 3078480"/>
                  <a:gd name="connsiteX11" fmla="*/ 0 w 1265510"/>
                  <a:gd name="connsiteY11" fmla="*/ 3078480 h 3078480"/>
                  <a:gd name="connsiteX12" fmla="*/ 0 w 1265510"/>
                  <a:gd name="connsiteY12" fmla="*/ 0 h 3078480"/>
                  <a:gd name="connsiteX0" fmla="*/ 0 w 1265510"/>
                  <a:gd name="connsiteY0" fmla="*/ 0 h 3078480"/>
                  <a:gd name="connsiteX1" fmla="*/ 1259840 w 1265510"/>
                  <a:gd name="connsiteY1" fmla="*/ 0 h 3078480"/>
                  <a:gd name="connsiteX2" fmla="*/ 1265510 w 1265510"/>
                  <a:gd name="connsiteY2" fmla="*/ 470682 h 3078480"/>
                  <a:gd name="connsiteX3" fmla="*/ 983507 w 1265510"/>
                  <a:gd name="connsiteY3" fmla="*/ 470682 h 3078480"/>
                  <a:gd name="connsiteX4" fmla="*/ 1032765 w 1265510"/>
                  <a:gd name="connsiteY4" fmla="*/ 1043101 h 3078480"/>
                  <a:gd name="connsiteX5" fmla="*/ 1261234 w 1265510"/>
                  <a:gd name="connsiteY5" fmla="*/ 1043101 h 3078480"/>
                  <a:gd name="connsiteX6" fmla="*/ 1260799 w 1265510"/>
                  <a:gd name="connsiteY6" fmla="*/ 2071801 h 3078480"/>
                  <a:gd name="connsiteX7" fmla="*/ 1032762 w 1265510"/>
                  <a:gd name="connsiteY7" fmla="*/ 2071801 h 3078480"/>
                  <a:gd name="connsiteX8" fmla="*/ 1032765 w 1265510"/>
                  <a:gd name="connsiteY8" fmla="*/ 2529001 h 3078480"/>
                  <a:gd name="connsiteX9" fmla="*/ 1260798 w 1265510"/>
                  <a:gd name="connsiteY9" fmla="*/ 2529896 h 3078480"/>
                  <a:gd name="connsiteX10" fmla="*/ 1259840 w 1265510"/>
                  <a:gd name="connsiteY10" fmla="*/ 3078480 h 3078480"/>
                  <a:gd name="connsiteX11" fmla="*/ 0 w 1265510"/>
                  <a:gd name="connsiteY11" fmla="*/ 3078480 h 3078480"/>
                  <a:gd name="connsiteX12" fmla="*/ 0 w 1265510"/>
                  <a:gd name="connsiteY12" fmla="*/ 0 h 3078480"/>
                  <a:gd name="connsiteX0" fmla="*/ 0 w 1265510"/>
                  <a:gd name="connsiteY0" fmla="*/ 0 h 3078480"/>
                  <a:gd name="connsiteX1" fmla="*/ 1259840 w 1265510"/>
                  <a:gd name="connsiteY1" fmla="*/ 0 h 3078480"/>
                  <a:gd name="connsiteX2" fmla="*/ 1265510 w 1265510"/>
                  <a:gd name="connsiteY2" fmla="*/ 470682 h 3078480"/>
                  <a:gd name="connsiteX3" fmla="*/ 983507 w 1265510"/>
                  <a:gd name="connsiteY3" fmla="*/ 470682 h 3078480"/>
                  <a:gd name="connsiteX4" fmla="*/ 983507 w 1265510"/>
                  <a:gd name="connsiteY4" fmla="*/ 1042182 h 3078480"/>
                  <a:gd name="connsiteX5" fmla="*/ 1261234 w 1265510"/>
                  <a:gd name="connsiteY5" fmla="*/ 1043101 h 3078480"/>
                  <a:gd name="connsiteX6" fmla="*/ 1260799 w 1265510"/>
                  <a:gd name="connsiteY6" fmla="*/ 2071801 h 3078480"/>
                  <a:gd name="connsiteX7" fmla="*/ 1032762 w 1265510"/>
                  <a:gd name="connsiteY7" fmla="*/ 2071801 h 3078480"/>
                  <a:gd name="connsiteX8" fmla="*/ 1032765 w 1265510"/>
                  <a:gd name="connsiteY8" fmla="*/ 2529001 h 3078480"/>
                  <a:gd name="connsiteX9" fmla="*/ 1260798 w 1265510"/>
                  <a:gd name="connsiteY9" fmla="*/ 2529896 h 3078480"/>
                  <a:gd name="connsiteX10" fmla="*/ 1259840 w 1265510"/>
                  <a:gd name="connsiteY10" fmla="*/ 3078480 h 3078480"/>
                  <a:gd name="connsiteX11" fmla="*/ 0 w 1265510"/>
                  <a:gd name="connsiteY11" fmla="*/ 3078480 h 3078480"/>
                  <a:gd name="connsiteX12" fmla="*/ 0 w 1265510"/>
                  <a:gd name="connsiteY12" fmla="*/ 0 h 3078480"/>
                  <a:gd name="connsiteX0" fmla="*/ 0 w 1265510"/>
                  <a:gd name="connsiteY0" fmla="*/ 0 h 3078480"/>
                  <a:gd name="connsiteX1" fmla="*/ 1259840 w 1265510"/>
                  <a:gd name="connsiteY1" fmla="*/ 0 h 3078480"/>
                  <a:gd name="connsiteX2" fmla="*/ 1265510 w 1265510"/>
                  <a:gd name="connsiteY2" fmla="*/ 470682 h 3078480"/>
                  <a:gd name="connsiteX3" fmla="*/ 983507 w 1265510"/>
                  <a:gd name="connsiteY3" fmla="*/ 356382 h 3078480"/>
                  <a:gd name="connsiteX4" fmla="*/ 983507 w 1265510"/>
                  <a:gd name="connsiteY4" fmla="*/ 1042182 h 3078480"/>
                  <a:gd name="connsiteX5" fmla="*/ 1261234 w 1265510"/>
                  <a:gd name="connsiteY5" fmla="*/ 1043101 h 3078480"/>
                  <a:gd name="connsiteX6" fmla="*/ 1260799 w 1265510"/>
                  <a:gd name="connsiteY6" fmla="*/ 2071801 h 3078480"/>
                  <a:gd name="connsiteX7" fmla="*/ 1032762 w 1265510"/>
                  <a:gd name="connsiteY7" fmla="*/ 2071801 h 3078480"/>
                  <a:gd name="connsiteX8" fmla="*/ 1032765 w 1265510"/>
                  <a:gd name="connsiteY8" fmla="*/ 2529001 h 3078480"/>
                  <a:gd name="connsiteX9" fmla="*/ 1260798 w 1265510"/>
                  <a:gd name="connsiteY9" fmla="*/ 2529896 h 3078480"/>
                  <a:gd name="connsiteX10" fmla="*/ 1259840 w 1265510"/>
                  <a:gd name="connsiteY10" fmla="*/ 3078480 h 3078480"/>
                  <a:gd name="connsiteX11" fmla="*/ 0 w 1265510"/>
                  <a:gd name="connsiteY11" fmla="*/ 3078480 h 3078480"/>
                  <a:gd name="connsiteX12" fmla="*/ 0 w 1265510"/>
                  <a:gd name="connsiteY12" fmla="*/ 0 h 3078480"/>
                  <a:gd name="connsiteX0" fmla="*/ 0 w 1266478"/>
                  <a:gd name="connsiteY0" fmla="*/ 0 h 3078480"/>
                  <a:gd name="connsiteX1" fmla="*/ 1259840 w 1266478"/>
                  <a:gd name="connsiteY1" fmla="*/ 0 h 3078480"/>
                  <a:gd name="connsiteX2" fmla="*/ 1266478 w 1266478"/>
                  <a:gd name="connsiteY2" fmla="*/ 356382 h 3078480"/>
                  <a:gd name="connsiteX3" fmla="*/ 983507 w 1266478"/>
                  <a:gd name="connsiteY3" fmla="*/ 356382 h 3078480"/>
                  <a:gd name="connsiteX4" fmla="*/ 983507 w 1266478"/>
                  <a:gd name="connsiteY4" fmla="*/ 1042182 h 3078480"/>
                  <a:gd name="connsiteX5" fmla="*/ 1261234 w 1266478"/>
                  <a:gd name="connsiteY5" fmla="*/ 1043101 h 3078480"/>
                  <a:gd name="connsiteX6" fmla="*/ 1260799 w 1266478"/>
                  <a:gd name="connsiteY6" fmla="*/ 2071801 h 3078480"/>
                  <a:gd name="connsiteX7" fmla="*/ 1032762 w 1266478"/>
                  <a:gd name="connsiteY7" fmla="*/ 2071801 h 3078480"/>
                  <a:gd name="connsiteX8" fmla="*/ 1032765 w 1266478"/>
                  <a:gd name="connsiteY8" fmla="*/ 2529001 h 3078480"/>
                  <a:gd name="connsiteX9" fmla="*/ 1260798 w 1266478"/>
                  <a:gd name="connsiteY9" fmla="*/ 2529896 h 3078480"/>
                  <a:gd name="connsiteX10" fmla="*/ 1259840 w 1266478"/>
                  <a:gd name="connsiteY10" fmla="*/ 3078480 h 3078480"/>
                  <a:gd name="connsiteX11" fmla="*/ 0 w 1266478"/>
                  <a:gd name="connsiteY11" fmla="*/ 3078480 h 3078480"/>
                  <a:gd name="connsiteX12" fmla="*/ 0 w 1266478"/>
                  <a:gd name="connsiteY12" fmla="*/ 0 h 3078480"/>
                  <a:gd name="connsiteX0" fmla="*/ 0 w 1266478"/>
                  <a:gd name="connsiteY0" fmla="*/ 0 h 3078480"/>
                  <a:gd name="connsiteX1" fmla="*/ 1259840 w 1266478"/>
                  <a:gd name="connsiteY1" fmla="*/ 0 h 3078480"/>
                  <a:gd name="connsiteX2" fmla="*/ 1266478 w 1266478"/>
                  <a:gd name="connsiteY2" fmla="*/ 356382 h 3078480"/>
                  <a:gd name="connsiteX3" fmla="*/ 983507 w 1266478"/>
                  <a:gd name="connsiteY3" fmla="*/ 356382 h 3078480"/>
                  <a:gd name="connsiteX4" fmla="*/ 983507 w 1266478"/>
                  <a:gd name="connsiteY4" fmla="*/ 1042182 h 3078480"/>
                  <a:gd name="connsiteX5" fmla="*/ 1266478 w 1266478"/>
                  <a:gd name="connsiteY5" fmla="*/ 1156482 h 3078480"/>
                  <a:gd name="connsiteX6" fmla="*/ 1260799 w 1266478"/>
                  <a:gd name="connsiteY6" fmla="*/ 2071801 h 3078480"/>
                  <a:gd name="connsiteX7" fmla="*/ 1032762 w 1266478"/>
                  <a:gd name="connsiteY7" fmla="*/ 2071801 h 3078480"/>
                  <a:gd name="connsiteX8" fmla="*/ 1032765 w 1266478"/>
                  <a:gd name="connsiteY8" fmla="*/ 2529001 h 3078480"/>
                  <a:gd name="connsiteX9" fmla="*/ 1260798 w 1266478"/>
                  <a:gd name="connsiteY9" fmla="*/ 2529896 h 3078480"/>
                  <a:gd name="connsiteX10" fmla="*/ 1259840 w 1266478"/>
                  <a:gd name="connsiteY10" fmla="*/ 3078480 h 3078480"/>
                  <a:gd name="connsiteX11" fmla="*/ 0 w 1266478"/>
                  <a:gd name="connsiteY11" fmla="*/ 3078480 h 3078480"/>
                  <a:gd name="connsiteX12" fmla="*/ 0 w 1266478"/>
                  <a:gd name="connsiteY12" fmla="*/ 0 h 3078480"/>
                  <a:gd name="connsiteX0" fmla="*/ 0 w 1266478"/>
                  <a:gd name="connsiteY0" fmla="*/ 0 h 3078480"/>
                  <a:gd name="connsiteX1" fmla="*/ 1259840 w 1266478"/>
                  <a:gd name="connsiteY1" fmla="*/ 0 h 3078480"/>
                  <a:gd name="connsiteX2" fmla="*/ 1266478 w 1266478"/>
                  <a:gd name="connsiteY2" fmla="*/ 356382 h 3078480"/>
                  <a:gd name="connsiteX3" fmla="*/ 983507 w 1266478"/>
                  <a:gd name="connsiteY3" fmla="*/ 356382 h 3078480"/>
                  <a:gd name="connsiteX4" fmla="*/ 983648 w 1266478"/>
                  <a:gd name="connsiteY4" fmla="*/ 1156482 h 3078480"/>
                  <a:gd name="connsiteX5" fmla="*/ 1266478 w 1266478"/>
                  <a:gd name="connsiteY5" fmla="*/ 1156482 h 3078480"/>
                  <a:gd name="connsiteX6" fmla="*/ 1260799 w 1266478"/>
                  <a:gd name="connsiteY6" fmla="*/ 2071801 h 3078480"/>
                  <a:gd name="connsiteX7" fmla="*/ 1032762 w 1266478"/>
                  <a:gd name="connsiteY7" fmla="*/ 2071801 h 3078480"/>
                  <a:gd name="connsiteX8" fmla="*/ 1032765 w 1266478"/>
                  <a:gd name="connsiteY8" fmla="*/ 2529001 h 3078480"/>
                  <a:gd name="connsiteX9" fmla="*/ 1260798 w 1266478"/>
                  <a:gd name="connsiteY9" fmla="*/ 2529896 h 3078480"/>
                  <a:gd name="connsiteX10" fmla="*/ 1259840 w 1266478"/>
                  <a:gd name="connsiteY10" fmla="*/ 3078480 h 3078480"/>
                  <a:gd name="connsiteX11" fmla="*/ 0 w 1266478"/>
                  <a:gd name="connsiteY11" fmla="*/ 3078480 h 3078480"/>
                  <a:gd name="connsiteX12" fmla="*/ 0 w 1266478"/>
                  <a:gd name="connsiteY12" fmla="*/ 0 h 3078480"/>
                  <a:gd name="connsiteX0" fmla="*/ 0 w 1266478"/>
                  <a:gd name="connsiteY0" fmla="*/ 0 h 3078480"/>
                  <a:gd name="connsiteX1" fmla="*/ 1259840 w 1266478"/>
                  <a:gd name="connsiteY1" fmla="*/ 0 h 3078480"/>
                  <a:gd name="connsiteX2" fmla="*/ 1266478 w 1266478"/>
                  <a:gd name="connsiteY2" fmla="*/ 356382 h 3078480"/>
                  <a:gd name="connsiteX3" fmla="*/ 983507 w 1266478"/>
                  <a:gd name="connsiteY3" fmla="*/ 356382 h 3078480"/>
                  <a:gd name="connsiteX4" fmla="*/ 983648 w 1266478"/>
                  <a:gd name="connsiteY4" fmla="*/ 1156482 h 3078480"/>
                  <a:gd name="connsiteX5" fmla="*/ 1266478 w 1266478"/>
                  <a:gd name="connsiteY5" fmla="*/ 1156482 h 3078480"/>
                  <a:gd name="connsiteX6" fmla="*/ 1266478 w 1266478"/>
                  <a:gd name="connsiteY6" fmla="*/ 1842282 h 3078480"/>
                  <a:gd name="connsiteX7" fmla="*/ 1032762 w 1266478"/>
                  <a:gd name="connsiteY7" fmla="*/ 2071801 h 3078480"/>
                  <a:gd name="connsiteX8" fmla="*/ 1032765 w 1266478"/>
                  <a:gd name="connsiteY8" fmla="*/ 2529001 h 3078480"/>
                  <a:gd name="connsiteX9" fmla="*/ 1260798 w 1266478"/>
                  <a:gd name="connsiteY9" fmla="*/ 2529896 h 3078480"/>
                  <a:gd name="connsiteX10" fmla="*/ 1259840 w 1266478"/>
                  <a:gd name="connsiteY10" fmla="*/ 3078480 h 3078480"/>
                  <a:gd name="connsiteX11" fmla="*/ 0 w 1266478"/>
                  <a:gd name="connsiteY11" fmla="*/ 3078480 h 3078480"/>
                  <a:gd name="connsiteX12" fmla="*/ 0 w 1266478"/>
                  <a:gd name="connsiteY12" fmla="*/ 0 h 3078480"/>
                  <a:gd name="connsiteX0" fmla="*/ 0 w 1266478"/>
                  <a:gd name="connsiteY0" fmla="*/ 0 h 3078480"/>
                  <a:gd name="connsiteX1" fmla="*/ 1259840 w 1266478"/>
                  <a:gd name="connsiteY1" fmla="*/ 0 h 3078480"/>
                  <a:gd name="connsiteX2" fmla="*/ 1266478 w 1266478"/>
                  <a:gd name="connsiteY2" fmla="*/ 356382 h 3078480"/>
                  <a:gd name="connsiteX3" fmla="*/ 983507 w 1266478"/>
                  <a:gd name="connsiteY3" fmla="*/ 356382 h 3078480"/>
                  <a:gd name="connsiteX4" fmla="*/ 983648 w 1266478"/>
                  <a:gd name="connsiteY4" fmla="*/ 1156482 h 3078480"/>
                  <a:gd name="connsiteX5" fmla="*/ 1266478 w 1266478"/>
                  <a:gd name="connsiteY5" fmla="*/ 1156482 h 3078480"/>
                  <a:gd name="connsiteX6" fmla="*/ 1266478 w 1266478"/>
                  <a:gd name="connsiteY6" fmla="*/ 1842282 h 3078480"/>
                  <a:gd name="connsiteX7" fmla="*/ 983648 w 1266478"/>
                  <a:gd name="connsiteY7" fmla="*/ 1842282 h 3078480"/>
                  <a:gd name="connsiteX8" fmla="*/ 1032765 w 1266478"/>
                  <a:gd name="connsiteY8" fmla="*/ 2529001 h 3078480"/>
                  <a:gd name="connsiteX9" fmla="*/ 1260798 w 1266478"/>
                  <a:gd name="connsiteY9" fmla="*/ 2529896 h 3078480"/>
                  <a:gd name="connsiteX10" fmla="*/ 1259840 w 1266478"/>
                  <a:gd name="connsiteY10" fmla="*/ 3078480 h 3078480"/>
                  <a:gd name="connsiteX11" fmla="*/ 0 w 1266478"/>
                  <a:gd name="connsiteY11" fmla="*/ 3078480 h 3078480"/>
                  <a:gd name="connsiteX12" fmla="*/ 0 w 1266478"/>
                  <a:gd name="connsiteY12" fmla="*/ 0 h 3078480"/>
                  <a:gd name="connsiteX0" fmla="*/ 0 w 1266478"/>
                  <a:gd name="connsiteY0" fmla="*/ 0 h 3078480"/>
                  <a:gd name="connsiteX1" fmla="*/ 1259840 w 1266478"/>
                  <a:gd name="connsiteY1" fmla="*/ 0 h 3078480"/>
                  <a:gd name="connsiteX2" fmla="*/ 1266478 w 1266478"/>
                  <a:gd name="connsiteY2" fmla="*/ 356382 h 3078480"/>
                  <a:gd name="connsiteX3" fmla="*/ 983507 w 1266478"/>
                  <a:gd name="connsiteY3" fmla="*/ 356382 h 3078480"/>
                  <a:gd name="connsiteX4" fmla="*/ 983648 w 1266478"/>
                  <a:gd name="connsiteY4" fmla="*/ 1156482 h 3078480"/>
                  <a:gd name="connsiteX5" fmla="*/ 1266478 w 1266478"/>
                  <a:gd name="connsiteY5" fmla="*/ 1156482 h 3078480"/>
                  <a:gd name="connsiteX6" fmla="*/ 1266478 w 1266478"/>
                  <a:gd name="connsiteY6" fmla="*/ 1842282 h 3078480"/>
                  <a:gd name="connsiteX7" fmla="*/ 983648 w 1266478"/>
                  <a:gd name="connsiteY7" fmla="*/ 1842282 h 3078480"/>
                  <a:gd name="connsiteX8" fmla="*/ 983648 w 1266478"/>
                  <a:gd name="connsiteY8" fmla="*/ 2756682 h 3078480"/>
                  <a:gd name="connsiteX9" fmla="*/ 1260798 w 1266478"/>
                  <a:gd name="connsiteY9" fmla="*/ 2529896 h 3078480"/>
                  <a:gd name="connsiteX10" fmla="*/ 1259840 w 1266478"/>
                  <a:gd name="connsiteY10" fmla="*/ 3078480 h 3078480"/>
                  <a:gd name="connsiteX11" fmla="*/ 0 w 1266478"/>
                  <a:gd name="connsiteY11" fmla="*/ 3078480 h 3078480"/>
                  <a:gd name="connsiteX12" fmla="*/ 0 w 1266478"/>
                  <a:gd name="connsiteY12" fmla="*/ 0 h 3078480"/>
                  <a:gd name="connsiteX0" fmla="*/ 0 w 1266660"/>
                  <a:gd name="connsiteY0" fmla="*/ 0 h 3078480"/>
                  <a:gd name="connsiteX1" fmla="*/ 1259840 w 1266660"/>
                  <a:gd name="connsiteY1" fmla="*/ 0 h 3078480"/>
                  <a:gd name="connsiteX2" fmla="*/ 1266478 w 1266660"/>
                  <a:gd name="connsiteY2" fmla="*/ 356382 h 3078480"/>
                  <a:gd name="connsiteX3" fmla="*/ 983507 w 1266660"/>
                  <a:gd name="connsiteY3" fmla="*/ 356382 h 3078480"/>
                  <a:gd name="connsiteX4" fmla="*/ 983648 w 1266660"/>
                  <a:gd name="connsiteY4" fmla="*/ 1156482 h 3078480"/>
                  <a:gd name="connsiteX5" fmla="*/ 1266478 w 1266660"/>
                  <a:gd name="connsiteY5" fmla="*/ 1156482 h 3078480"/>
                  <a:gd name="connsiteX6" fmla="*/ 1266478 w 1266660"/>
                  <a:gd name="connsiteY6" fmla="*/ 1842282 h 3078480"/>
                  <a:gd name="connsiteX7" fmla="*/ 983648 w 1266660"/>
                  <a:gd name="connsiteY7" fmla="*/ 1842282 h 3078480"/>
                  <a:gd name="connsiteX8" fmla="*/ 983648 w 1266660"/>
                  <a:gd name="connsiteY8" fmla="*/ 2756682 h 3078480"/>
                  <a:gd name="connsiteX9" fmla="*/ 1266660 w 1266660"/>
                  <a:gd name="connsiteY9" fmla="*/ 2756682 h 3078480"/>
                  <a:gd name="connsiteX10" fmla="*/ 1259840 w 1266660"/>
                  <a:gd name="connsiteY10" fmla="*/ 3078480 h 3078480"/>
                  <a:gd name="connsiteX11" fmla="*/ 0 w 1266660"/>
                  <a:gd name="connsiteY11" fmla="*/ 3078480 h 3078480"/>
                  <a:gd name="connsiteX12" fmla="*/ 0 w 1266660"/>
                  <a:gd name="connsiteY12" fmla="*/ 0 h 3078480"/>
                  <a:gd name="connsiteX0" fmla="*/ 0 w 1266660"/>
                  <a:gd name="connsiteY0" fmla="*/ 0 h 3078480"/>
                  <a:gd name="connsiteX1" fmla="*/ 1259840 w 1266660"/>
                  <a:gd name="connsiteY1" fmla="*/ 0 h 3078480"/>
                  <a:gd name="connsiteX2" fmla="*/ 1266478 w 1266660"/>
                  <a:gd name="connsiteY2" fmla="*/ 356382 h 3078480"/>
                  <a:gd name="connsiteX3" fmla="*/ 983507 w 1266660"/>
                  <a:gd name="connsiteY3" fmla="*/ 356382 h 3078480"/>
                  <a:gd name="connsiteX4" fmla="*/ 983648 w 1266660"/>
                  <a:gd name="connsiteY4" fmla="*/ 1156482 h 3078480"/>
                  <a:gd name="connsiteX5" fmla="*/ 1266478 w 1266660"/>
                  <a:gd name="connsiteY5" fmla="*/ 1156482 h 3078480"/>
                  <a:gd name="connsiteX6" fmla="*/ 1266660 w 1266660"/>
                  <a:gd name="connsiteY6" fmla="*/ 1956582 h 3078480"/>
                  <a:gd name="connsiteX7" fmla="*/ 983648 w 1266660"/>
                  <a:gd name="connsiteY7" fmla="*/ 1842282 h 3078480"/>
                  <a:gd name="connsiteX8" fmla="*/ 983648 w 1266660"/>
                  <a:gd name="connsiteY8" fmla="*/ 2756682 h 3078480"/>
                  <a:gd name="connsiteX9" fmla="*/ 1266660 w 1266660"/>
                  <a:gd name="connsiteY9" fmla="*/ 2756682 h 3078480"/>
                  <a:gd name="connsiteX10" fmla="*/ 1259840 w 1266660"/>
                  <a:gd name="connsiteY10" fmla="*/ 3078480 h 3078480"/>
                  <a:gd name="connsiteX11" fmla="*/ 0 w 1266660"/>
                  <a:gd name="connsiteY11" fmla="*/ 3078480 h 3078480"/>
                  <a:gd name="connsiteX12" fmla="*/ 0 w 1266660"/>
                  <a:gd name="connsiteY12" fmla="*/ 0 h 3078480"/>
                  <a:gd name="connsiteX0" fmla="*/ 0 w 1266660"/>
                  <a:gd name="connsiteY0" fmla="*/ 0 h 3078480"/>
                  <a:gd name="connsiteX1" fmla="*/ 1259840 w 1266660"/>
                  <a:gd name="connsiteY1" fmla="*/ 0 h 3078480"/>
                  <a:gd name="connsiteX2" fmla="*/ 1266478 w 1266660"/>
                  <a:gd name="connsiteY2" fmla="*/ 356382 h 3078480"/>
                  <a:gd name="connsiteX3" fmla="*/ 983507 w 1266660"/>
                  <a:gd name="connsiteY3" fmla="*/ 356382 h 3078480"/>
                  <a:gd name="connsiteX4" fmla="*/ 983648 w 1266660"/>
                  <a:gd name="connsiteY4" fmla="*/ 1156482 h 3078480"/>
                  <a:gd name="connsiteX5" fmla="*/ 1266478 w 1266660"/>
                  <a:gd name="connsiteY5" fmla="*/ 1156482 h 3078480"/>
                  <a:gd name="connsiteX6" fmla="*/ 1266660 w 1266660"/>
                  <a:gd name="connsiteY6" fmla="*/ 1956582 h 3078480"/>
                  <a:gd name="connsiteX7" fmla="*/ 983790 w 1266660"/>
                  <a:gd name="connsiteY7" fmla="*/ 1956582 h 3078480"/>
                  <a:gd name="connsiteX8" fmla="*/ 983648 w 1266660"/>
                  <a:gd name="connsiteY8" fmla="*/ 2756682 h 3078480"/>
                  <a:gd name="connsiteX9" fmla="*/ 1266660 w 1266660"/>
                  <a:gd name="connsiteY9" fmla="*/ 2756682 h 3078480"/>
                  <a:gd name="connsiteX10" fmla="*/ 1259840 w 1266660"/>
                  <a:gd name="connsiteY10" fmla="*/ 3078480 h 3078480"/>
                  <a:gd name="connsiteX11" fmla="*/ 0 w 1266660"/>
                  <a:gd name="connsiteY11" fmla="*/ 3078480 h 3078480"/>
                  <a:gd name="connsiteX12" fmla="*/ 0 w 1266660"/>
                  <a:gd name="connsiteY12" fmla="*/ 0 h 3078480"/>
                  <a:gd name="connsiteX0" fmla="*/ 0 w 1266660"/>
                  <a:gd name="connsiteY0" fmla="*/ 0 h 3078480"/>
                  <a:gd name="connsiteX1" fmla="*/ 1259840 w 1266660"/>
                  <a:gd name="connsiteY1" fmla="*/ 0 h 3078480"/>
                  <a:gd name="connsiteX2" fmla="*/ 1266478 w 1266660"/>
                  <a:gd name="connsiteY2" fmla="*/ 356382 h 3078480"/>
                  <a:gd name="connsiteX3" fmla="*/ 983507 w 1266660"/>
                  <a:gd name="connsiteY3" fmla="*/ 356382 h 3078480"/>
                  <a:gd name="connsiteX4" fmla="*/ 983648 w 1266660"/>
                  <a:gd name="connsiteY4" fmla="*/ 1156482 h 3078480"/>
                  <a:gd name="connsiteX5" fmla="*/ 1266478 w 1266660"/>
                  <a:gd name="connsiteY5" fmla="*/ 1156482 h 3078480"/>
                  <a:gd name="connsiteX6" fmla="*/ 1266660 w 1266660"/>
                  <a:gd name="connsiteY6" fmla="*/ 1956582 h 3078480"/>
                  <a:gd name="connsiteX7" fmla="*/ 983790 w 1266660"/>
                  <a:gd name="connsiteY7" fmla="*/ 1956582 h 3078480"/>
                  <a:gd name="connsiteX8" fmla="*/ 983648 w 1266660"/>
                  <a:gd name="connsiteY8" fmla="*/ 2756682 h 3078480"/>
                  <a:gd name="connsiteX9" fmla="*/ 1266660 w 1266660"/>
                  <a:gd name="connsiteY9" fmla="*/ 2755900 h 3078480"/>
                  <a:gd name="connsiteX10" fmla="*/ 1259840 w 1266660"/>
                  <a:gd name="connsiteY10" fmla="*/ 3078480 h 3078480"/>
                  <a:gd name="connsiteX11" fmla="*/ 0 w 1266660"/>
                  <a:gd name="connsiteY11" fmla="*/ 3078480 h 3078480"/>
                  <a:gd name="connsiteX12" fmla="*/ 0 w 1266660"/>
                  <a:gd name="connsiteY12" fmla="*/ 0 h 3078480"/>
                  <a:gd name="connsiteX0" fmla="*/ 0 w 1266660"/>
                  <a:gd name="connsiteY0" fmla="*/ 0 h 3078480"/>
                  <a:gd name="connsiteX1" fmla="*/ 1259840 w 1266660"/>
                  <a:gd name="connsiteY1" fmla="*/ 0 h 3078480"/>
                  <a:gd name="connsiteX2" fmla="*/ 1266478 w 1266660"/>
                  <a:gd name="connsiteY2" fmla="*/ 356382 h 3078480"/>
                  <a:gd name="connsiteX3" fmla="*/ 983507 w 1266660"/>
                  <a:gd name="connsiteY3" fmla="*/ 356382 h 3078480"/>
                  <a:gd name="connsiteX4" fmla="*/ 983648 w 1266660"/>
                  <a:gd name="connsiteY4" fmla="*/ 1156482 h 3078480"/>
                  <a:gd name="connsiteX5" fmla="*/ 1266478 w 1266660"/>
                  <a:gd name="connsiteY5" fmla="*/ 1156482 h 3078480"/>
                  <a:gd name="connsiteX6" fmla="*/ 1266660 w 1266660"/>
                  <a:gd name="connsiteY6" fmla="*/ 1956582 h 3078480"/>
                  <a:gd name="connsiteX7" fmla="*/ 983790 w 1266660"/>
                  <a:gd name="connsiteY7" fmla="*/ 1956582 h 3078480"/>
                  <a:gd name="connsiteX8" fmla="*/ 983648 w 1266660"/>
                  <a:gd name="connsiteY8" fmla="*/ 2756682 h 3078480"/>
                  <a:gd name="connsiteX9" fmla="*/ 1266660 w 1266660"/>
                  <a:gd name="connsiteY9" fmla="*/ 2755900 h 3078480"/>
                  <a:gd name="connsiteX10" fmla="*/ 1259840 w 1266660"/>
                  <a:gd name="connsiteY10" fmla="*/ 3078480 h 3078480"/>
                  <a:gd name="connsiteX11" fmla="*/ 0 w 1266660"/>
                  <a:gd name="connsiteY11" fmla="*/ 3078480 h 3078480"/>
                  <a:gd name="connsiteX12" fmla="*/ 0 w 1266660"/>
                  <a:gd name="connsiteY12" fmla="*/ 0 h 3078480"/>
                  <a:gd name="connsiteX0" fmla="*/ 0 w 1266677"/>
                  <a:gd name="connsiteY0" fmla="*/ 0 h 3078480"/>
                  <a:gd name="connsiteX1" fmla="*/ 1259840 w 1266677"/>
                  <a:gd name="connsiteY1" fmla="*/ 0 h 3078480"/>
                  <a:gd name="connsiteX2" fmla="*/ 1266478 w 1266677"/>
                  <a:gd name="connsiteY2" fmla="*/ 356382 h 3078480"/>
                  <a:gd name="connsiteX3" fmla="*/ 983507 w 1266677"/>
                  <a:gd name="connsiteY3" fmla="*/ 356382 h 3078480"/>
                  <a:gd name="connsiteX4" fmla="*/ 983648 w 1266677"/>
                  <a:gd name="connsiteY4" fmla="*/ 1156482 h 3078480"/>
                  <a:gd name="connsiteX5" fmla="*/ 1266478 w 1266677"/>
                  <a:gd name="connsiteY5" fmla="*/ 1156482 h 3078480"/>
                  <a:gd name="connsiteX6" fmla="*/ 1266660 w 1266677"/>
                  <a:gd name="connsiteY6" fmla="*/ 1956582 h 3078480"/>
                  <a:gd name="connsiteX7" fmla="*/ 983790 w 1266677"/>
                  <a:gd name="connsiteY7" fmla="*/ 1956582 h 3078480"/>
                  <a:gd name="connsiteX8" fmla="*/ 983648 w 1266677"/>
                  <a:gd name="connsiteY8" fmla="*/ 2756682 h 3078480"/>
                  <a:gd name="connsiteX9" fmla="*/ 1266660 w 1266677"/>
                  <a:gd name="connsiteY9" fmla="*/ 2755900 h 3078480"/>
                  <a:gd name="connsiteX10" fmla="*/ 1266660 w 1266677"/>
                  <a:gd name="connsiteY10" fmla="*/ 3078480 h 3078480"/>
                  <a:gd name="connsiteX11" fmla="*/ 0 w 1266677"/>
                  <a:gd name="connsiteY11" fmla="*/ 3078480 h 3078480"/>
                  <a:gd name="connsiteX12" fmla="*/ 0 w 1266677"/>
                  <a:gd name="connsiteY12" fmla="*/ 0 h 3078480"/>
                  <a:gd name="connsiteX0" fmla="*/ 0 w 1266795"/>
                  <a:gd name="connsiteY0" fmla="*/ 0 h 3078480"/>
                  <a:gd name="connsiteX1" fmla="*/ 1266677 w 1266795"/>
                  <a:gd name="connsiteY1" fmla="*/ 0 h 3078480"/>
                  <a:gd name="connsiteX2" fmla="*/ 1266478 w 1266795"/>
                  <a:gd name="connsiteY2" fmla="*/ 356382 h 3078480"/>
                  <a:gd name="connsiteX3" fmla="*/ 983507 w 1266795"/>
                  <a:gd name="connsiteY3" fmla="*/ 356382 h 3078480"/>
                  <a:gd name="connsiteX4" fmla="*/ 983648 w 1266795"/>
                  <a:gd name="connsiteY4" fmla="*/ 1156482 h 3078480"/>
                  <a:gd name="connsiteX5" fmla="*/ 1266478 w 1266795"/>
                  <a:gd name="connsiteY5" fmla="*/ 1156482 h 3078480"/>
                  <a:gd name="connsiteX6" fmla="*/ 1266660 w 1266795"/>
                  <a:gd name="connsiteY6" fmla="*/ 1956582 h 3078480"/>
                  <a:gd name="connsiteX7" fmla="*/ 983790 w 1266795"/>
                  <a:gd name="connsiteY7" fmla="*/ 1956582 h 3078480"/>
                  <a:gd name="connsiteX8" fmla="*/ 983648 w 1266795"/>
                  <a:gd name="connsiteY8" fmla="*/ 2756682 h 3078480"/>
                  <a:gd name="connsiteX9" fmla="*/ 1266660 w 1266795"/>
                  <a:gd name="connsiteY9" fmla="*/ 2755900 h 3078480"/>
                  <a:gd name="connsiteX10" fmla="*/ 1266660 w 1266795"/>
                  <a:gd name="connsiteY10" fmla="*/ 3078480 h 3078480"/>
                  <a:gd name="connsiteX11" fmla="*/ 0 w 1266795"/>
                  <a:gd name="connsiteY11" fmla="*/ 3078480 h 3078480"/>
                  <a:gd name="connsiteX12" fmla="*/ 0 w 1266795"/>
                  <a:gd name="connsiteY12" fmla="*/ 0 h 3078480"/>
                  <a:gd name="connsiteX0" fmla="*/ 0 w 1266795"/>
                  <a:gd name="connsiteY0" fmla="*/ 0 h 3078480"/>
                  <a:gd name="connsiteX1" fmla="*/ 1266677 w 1266795"/>
                  <a:gd name="connsiteY1" fmla="*/ 0 h 3078480"/>
                  <a:gd name="connsiteX2" fmla="*/ 1266478 w 1266795"/>
                  <a:gd name="connsiteY2" fmla="*/ 356382 h 3078480"/>
                  <a:gd name="connsiteX3" fmla="*/ 983507 w 1266795"/>
                  <a:gd name="connsiteY3" fmla="*/ 356382 h 3078480"/>
                  <a:gd name="connsiteX4" fmla="*/ 1012021 w 1266795"/>
                  <a:gd name="connsiteY4" fmla="*/ 1155700 h 3078480"/>
                  <a:gd name="connsiteX5" fmla="*/ 1266478 w 1266795"/>
                  <a:gd name="connsiteY5" fmla="*/ 1156482 h 3078480"/>
                  <a:gd name="connsiteX6" fmla="*/ 1266660 w 1266795"/>
                  <a:gd name="connsiteY6" fmla="*/ 1956582 h 3078480"/>
                  <a:gd name="connsiteX7" fmla="*/ 983790 w 1266795"/>
                  <a:gd name="connsiteY7" fmla="*/ 1956582 h 3078480"/>
                  <a:gd name="connsiteX8" fmla="*/ 983648 w 1266795"/>
                  <a:gd name="connsiteY8" fmla="*/ 2756682 h 3078480"/>
                  <a:gd name="connsiteX9" fmla="*/ 1266660 w 1266795"/>
                  <a:gd name="connsiteY9" fmla="*/ 2755900 h 3078480"/>
                  <a:gd name="connsiteX10" fmla="*/ 1266660 w 1266795"/>
                  <a:gd name="connsiteY10" fmla="*/ 3078480 h 3078480"/>
                  <a:gd name="connsiteX11" fmla="*/ 0 w 1266795"/>
                  <a:gd name="connsiteY11" fmla="*/ 3078480 h 3078480"/>
                  <a:gd name="connsiteX12" fmla="*/ 0 w 1266795"/>
                  <a:gd name="connsiteY12" fmla="*/ 0 h 3078480"/>
                  <a:gd name="connsiteX0" fmla="*/ 0 w 1266795"/>
                  <a:gd name="connsiteY0" fmla="*/ 0 h 3078480"/>
                  <a:gd name="connsiteX1" fmla="*/ 1266677 w 1266795"/>
                  <a:gd name="connsiteY1" fmla="*/ 0 h 3078480"/>
                  <a:gd name="connsiteX2" fmla="*/ 1266478 w 1266795"/>
                  <a:gd name="connsiteY2" fmla="*/ 356382 h 3078480"/>
                  <a:gd name="connsiteX3" fmla="*/ 1012021 w 1266795"/>
                  <a:gd name="connsiteY3" fmla="*/ 355600 h 3078480"/>
                  <a:gd name="connsiteX4" fmla="*/ 1012021 w 1266795"/>
                  <a:gd name="connsiteY4" fmla="*/ 1155700 h 3078480"/>
                  <a:gd name="connsiteX5" fmla="*/ 1266478 w 1266795"/>
                  <a:gd name="connsiteY5" fmla="*/ 1156482 h 3078480"/>
                  <a:gd name="connsiteX6" fmla="*/ 1266660 w 1266795"/>
                  <a:gd name="connsiteY6" fmla="*/ 1956582 h 3078480"/>
                  <a:gd name="connsiteX7" fmla="*/ 983790 w 1266795"/>
                  <a:gd name="connsiteY7" fmla="*/ 1956582 h 3078480"/>
                  <a:gd name="connsiteX8" fmla="*/ 983648 w 1266795"/>
                  <a:gd name="connsiteY8" fmla="*/ 2756682 h 3078480"/>
                  <a:gd name="connsiteX9" fmla="*/ 1266660 w 1266795"/>
                  <a:gd name="connsiteY9" fmla="*/ 2755900 h 3078480"/>
                  <a:gd name="connsiteX10" fmla="*/ 1266660 w 1266795"/>
                  <a:gd name="connsiteY10" fmla="*/ 3078480 h 3078480"/>
                  <a:gd name="connsiteX11" fmla="*/ 0 w 1266795"/>
                  <a:gd name="connsiteY11" fmla="*/ 3078480 h 3078480"/>
                  <a:gd name="connsiteX12" fmla="*/ 0 w 1266795"/>
                  <a:gd name="connsiteY12" fmla="*/ 0 h 3078480"/>
                  <a:gd name="connsiteX0" fmla="*/ 0 w 1266795"/>
                  <a:gd name="connsiteY0" fmla="*/ 0 h 3078480"/>
                  <a:gd name="connsiteX1" fmla="*/ 1266677 w 1266795"/>
                  <a:gd name="connsiteY1" fmla="*/ 0 h 3078480"/>
                  <a:gd name="connsiteX2" fmla="*/ 1266478 w 1266795"/>
                  <a:gd name="connsiteY2" fmla="*/ 356382 h 3078480"/>
                  <a:gd name="connsiteX3" fmla="*/ 1012021 w 1266795"/>
                  <a:gd name="connsiteY3" fmla="*/ 355600 h 3078480"/>
                  <a:gd name="connsiteX4" fmla="*/ 1012021 w 1266795"/>
                  <a:gd name="connsiteY4" fmla="*/ 1155700 h 3078480"/>
                  <a:gd name="connsiteX5" fmla="*/ 1266478 w 1266795"/>
                  <a:gd name="connsiteY5" fmla="*/ 1156482 h 3078480"/>
                  <a:gd name="connsiteX6" fmla="*/ 1266660 w 1266795"/>
                  <a:gd name="connsiteY6" fmla="*/ 1956582 h 3078480"/>
                  <a:gd name="connsiteX7" fmla="*/ 1012021 w 1266795"/>
                  <a:gd name="connsiteY7" fmla="*/ 1955800 h 3078480"/>
                  <a:gd name="connsiteX8" fmla="*/ 983648 w 1266795"/>
                  <a:gd name="connsiteY8" fmla="*/ 2756682 h 3078480"/>
                  <a:gd name="connsiteX9" fmla="*/ 1266660 w 1266795"/>
                  <a:gd name="connsiteY9" fmla="*/ 2755900 h 3078480"/>
                  <a:gd name="connsiteX10" fmla="*/ 1266660 w 1266795"/>
                  <a:gd name="connsiteY10" fmla="*/ 3078480 h 3078480"/>
                  <a:gd name="connsiteX11" fmla="*/ 0 w 1266795"/>
                  <a:gd name="connsiteY11" fmla="*/ 3078480 h 3078480"/>
                  <a:gd name="connsiteX12" fmla="*/ 0 w 1266795"/>
                  <a:gd name="connsiteY12" fmla="*/ 0 h 3078480"/>
                  <a:gd name="connsiteX0" fmla="*/ 0 w 1266795"/>
                  <a:gd name="connsiteY0" fmla="*/ 0 h 3078480"/>
                  <a:gd name="connsiteX1" fmla="*/ 1266677 w 1266795"/>
                  <a:gd name="connsiteY1" fmla="*/ 0 h 3078480"/>
                  <a:gd name="connsiteX2" fmla="*/ 1266478 w 1266795"/>
                  <a:gd name="connsiteY2" fmla="*/ 356382 h 3078480"/>
                  <a:gd name="connsiteX3" fmla="*/ 1012021 w 1266795"/>
                  <a:gd name="connsiteY3" fmla="*/ 355600 h 3078480"/>
                  <a:gd name="connsiteX4" fmla="*/ 1012021 w 1266795"/>
                  <a:gd name="connsiteY4" fmla="*/ 1155700 h 3078480"/>
                  <a:gd name="connsiteX5" fmla="*/ 1266478 w 1266795"/>
                  <a:gd name="connsiteY5" fmla="*/ 1156482 h 3078480"/>
                  <a:gd name="connsiteX6" fmla="*/ 1266660 w 1266795"/>
                  <a:gd name="connsiteY6" fmla="*/ 1956582 h 3078480"/>
                  <a:gd name="connsiteX7" fmla="*/ 1012021 w 1266795"/>
                  <a:gd name="connsiteY7" fmla="*/ 1955800 h 3078480"/>
                  <a:gd name="connsiteX8" fmla="*/ 1012021 w 1266795"/>
                  <a:gd name="connsiteY8" fmla="*/ 2755900 h 3078480"/>
                  <a:gd name="connsiteX9" fmla="*/ 1266660 w 1266795"/>
                  <a:gd name="connsiteY9" fmla="*/ 2755900 h 3078480"/>
                  <a:gd name="connsiteX10" fmla="*/ 1266660 w 1266795"/>
                  <a:gd name="connsiteY10" fmla="*/ 3078480 h 3078480"/>
                  <a:gd name="connsiteX11" fmla="*/ 0 w 1266795"/>
                  <a:gd name="connsiteY11" fmla="*/ 3078480 h 3078480"/>
                  <a:gd name="connsiteX12" fmla="*/ 0 w 1266795"/>
                  <a:gd name="connsiteY12" fmla="*/ 0 h 307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6795" h="3078480">
                    <a:moveTo>
                      <a:pt x="0" y="0"/>
                    </a:moveTo>
                    <a:lnTo>
                      <a:pt x="1266677" y="0"/>
                    </a:lnTo>
                    <a:cubicBezTo>
                      <a:pt x="1267156" y="293398"/>
                      <a:pt x="1265998" y="62984"/>
                      <a:pt x="1266478" y="356382"/>
                    </a:cubicBezTo>
                    <a:lnTo>
                      <a:pt x="1012021" y="355600"/>
                    </a:lnTo>
                    <a:cubicBezTo>
                      <a:pt x="1013413" y="1197296"/>
                      <a:pt x="1012525" y="409652"/>
                      <a:pt x="1012021" y="1155700"/>
                    </a:cubicBezTo>
                    <a:lnTo>
                      <a:pt x="1266478" y="1156482"/>
                    </a:lnTo>
                    <a:cubicBezTo>
                      <a:pt x="1264055" y="1400884"/>
                      <a:pt x="1264966" y="1708692"/>
                      <a:pt x="1266660" y="1956582"/>
                    </a:cubicBezTo>
                    <a:lnTo>
                      <a:pt x="1012021" y="1955800"/>
                    </a:lnTo>
                    <a:cubicBezTo>
                      <a:pt x="1009015" y="2578890"/>
                      <a:pt x="1012569" y="2118624"/>
                      <a:pt x="1012021" y="2755900"/>
                    </a:cubicBezTo>
                    <a:lnTo>
                      <a:pt x="1266660" y="2755900"/>
                    </a:lnTo>
                    <a:cubicBezTo>
                      <a:pt x="1266599" y="3091161"/>
                      <a:pt x="1266721" y="2743219"/>
                      <a:pt x="1266660" y="3078480"/>
                    </a:cubicBezTo>
                    <a:lnTo>
                      <a:pt x="0" y="3078480"/>
                    </a:lnTo>
                    <a:lnTo>
                      <a:pt x="0" y="0"/>
                    </a:lnTo>
                    <a:close/>
                  </a:path>
                </a:pathLst>
              </a:custGeom>
              <a:solidFill>
                <a:schemeClr val="bg1">
                  <a:lumMod val="65000"/>
                </a:schemeClr>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rPr>
                  <a:t>Governments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rPr>
                  <a:t>Developers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rPr>
                  <a:t>Non-governmental organisations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rPr>
                  <a:t>Social impact organisations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rPr>
                  <a:t>Technology partners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rPr>
                  <a:t>Academic and </a:t>
                </a:r>
              </a:p>
              <a:p>
                <a:pPr marL="0" marR="0" lvl="0" indent="0" defTabSz="914400" eaLnBrk="1" fontAlgn="auto" latinLnBrk="0" hangingPunct="1">
                  <a:lnSpc>
                    <a:spcPct val="100000"/>
                  </a:lnSpc>
                  <a:spcBef>
                    <a:spcPts val="0"/>
                  </a:spcBef>
                  <a:spcAft>
                    <a:spcPts val="0"/>
                  </a:spcAft>
                  <a:buClrTx/>
                  <a:buSzTx/>
                  <a:buFontTx/>
                  <a:buNone/>
                  <a:tabLst/>
                  <a:defRPr/>
                </a:pPr>
                <a:r>
                  <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rPr>
                  <a:t>research institutions</a:t>
                </a: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p:txBody>
          </p:sp>
          <p:sp>
            <p:nvSpPr>
              <p:cNvPr id="67" name="Rectangle 66">
                <a:extLst>
                  <a:ext uri="{FF2B5EF4-FFF2-40B4-BE49-F238E27FC236}">
                    <a16:creationId xmlns:a16="http://schemas.microsoft.com/office/drawing/2014/main" id="{EC828B35-502E-B0E1-46EC-B31D384F1275}"/>
                  </a:ext>
                </a:extLst>
              </p:cNvPr>
              <p:cNvSpPr/>
              <p:nvPr/>
            </p:nvSpPr>
            <p:spPr>
              <a:xfrm>
                <a:off x="3343456" y="4557730"/>
                <a:ext cx="2745740" cy="931842"/>
              </a:xfrm>
              <a:prstGeom prst="rect">
                <a:avLst/>
              </a:prstGeom>
              <a:solidFill>
                <a:srgbClr val="284C1C"/>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Marketing</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Platform Development and Maintenance</a:t>
                </a:r>
              </a:p>
              <a:p>
                <a:pPr marL="0" marR="0" lvl="0" indent="0" algn="ctr" defTabSz="914400" eaLnBrk="1" fontAlgn="auto" latinLnBrk="0" hangingPunct="1">
                  <a:lnSpc>
                    <a:spcPct val="100000"/>
                  </a:lnSpc>
                  <a:spcBef>
                    <a:spcPts val="0"/>
                  </a:spcBef>
                  <a:spcAft>
                    <a:spcPts val="0"/>
                  </a:spcAft>
                  <a:buClrTx/>
                  <a:buSzTx/>
                  <a:buFontTx/>
                  <a:buNone/>
                  <a:tabLst/>
                  <a:defRPr/>
                </a:pPr>
                <a:endPar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Events</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p:txBody>
          </p:sp>
          <p:sp>
            <p:nvSpPr>
              <p:cNvPr id="68" name="Rectangle 67">
                <a:extLst>
                  <a:ext uri="{FF2B5EF4-FFF2-40B4-BE49-F238E27FC236}">
                    <a16:creationId xmlns:a16="http://schemas.microsoft.com/office/drawing/2014/main" id="{1C6D77FA-87F3-313A-C869-028CB931E877}"/>
                  </a:ext>
                </a:extLst>
              </p:cNvPr>
              <p:cNvSpPr/>
              <p:nvPr/>
            </p:nvSpPr>
            <p:spPr>
              <a:xfrm>
                <a:off x="6315256" y="4557730"/>
                <a:ext cx="2745740" cy="938194"/>
              </a:xfrm>
              <a:prstGeom prst="rect">
                <a:avLst/>
              </a:prstGeom>
              <a:solidFill>
                <a:srgbClr val="284C1C"/>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Government contracts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Subscriptions and freemium model with paid features</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Investors and Sponsorships</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p:txBody>
          </p:sp>
          <p:sp>
            <p:nvSpPr>
              <p:cNvPr id="69" name="Rectangle 4">
                <a:extLst>
                  <a:ext uri="{FF2B5EF4-FFF2-40B4-BE49-F238E27FC236}">
                    <a16:creationId xmlns:a16="http://schemas.microsoft.com/office/drawing/2014/main" id="{EF786C18-4A34-22B2-4A62-B27B4C49EB91}"/>
                  </a:ext>
                </a:extLst>
              </p:cNvPr>
              <p:cNvSpPr/>
              <p:nvPr/>
            </p:nvSpPr>
            <p:spPr>
              <a:xfrm>
                <a:off x="4372156" y="1411716"/>
                <a:ext cx="1147445" cy="1452006"/>
              </a:xfrm>
              <a:custGeom>
                <a:avLst/>
                <a:gdLst>
                  <a:gd name="connsiteX0" fmla="*/ 0 w 1027430"/>
                  <a:gd name="connsiteY0" fmla="*/ 0 h 1485900"/>
                  <a:gd name="connsiteX1" fmla="*/ 1027430 w 1027430"/>
                  <a:gd name="connsiteY1" fmla="*/ 0 h 1485900"/>
                  <a:gd name="connsiteX2" fmla="*/ 1027430 w 1027430"/>
                  <a:gd name="connsiteY2" fmla="*/ 1485900 h 1485900"/>
                  <a:gd name="connsiteX3" fmla="*/ 0 w 1027430"/>
                  <a:gd name="connsiteY3" fmla="*/ 1485900 h 1485900"/>
                  <a:gd name="connsiteX4" fmla="*/ 0 w 1027430"/>
                  <a:gd name="connsiteY4" fmla="*/ 0 h 1485900"/>
                  <a:gd name="connsiteX0" fmla="*/ 535 w 1027965"/>
                  <a:gd name="connsiteY0" fmla="*/ 0 h 1485900"/>
                  <a:gd name="connsiteX1" fmla="*/ 1027965 w 1027965"/>
                  <a:gd name="connsiteY1" fmla="*/ 0 h 1485900"/>
                  <a:gd name="connsiteX2" fmla="*/ 1027965 w 1027965"/>
                  <a:gd name="connsiteY2" fmla="*/ 1485900 h 1485900"/>
                  <a:gd name="connsiteX3" fmla="*/ 535 w 1027965"/>
                  <a:gd name="connsiteY3" fmla="*/ 1485900 h 1485900"/>
                  <a:gd name="connsiteX4" fmla="*/ 535 w 1027965"/>
                  <a:gd name="connsiteY4" fmla="*/ 470682 h 1485900"/>
                  <a:gd name="connsiteX5" fmla="*/ 535 w 1027965"/>
                  <a:gd name="connsiteY5" fmla="*/ 0 h 1485900"/>
                  <a:gd name="connsiteX0" fmla="*/ 76697 w 1104127"/>
                  <a:gd name="connsiteY0" fmla="*/ 0 h 1485900"/>
                  <a:gd name="connsiteX1" fmla="*/ 1104127 w 1104127"/>
                  <a:gd name="connsiteY1" fmla="*/ 0 h 1485900"/>
                  <a:gd name="connsiteX2" fmla="*/ 1104127 w 1104127"/>
                  <a:gd name="connsiteY2" fmla="*/ 1485900 h 1485900"/>
                  <a:gd name="connsiteX3" fmla="*/ 76697 w 1104127"/>
                  <a:gd name="connsiteY3" fmla="*/ 1485900 h 1485900"/>
                  <a:gd name="connsiteX4" fmla="*/ 76162 w 1104127"/>
                  <a:gd name="connsiteY4" fmla="*/ 1042182 h 1485900"/>
                  <a:gd name="connsiteX5" fmla="*/ 76697 w 1104127"/>
                  <a:gd name="connsiteY5" fmla="*/ 470682 h 1485900"/>
                  <a:gd name="connsiteX6" fmla="*/ 76697 w 1104127"/>
                  <a:gd name="connsiteY6" fmla="*/ 0 h 1485900"/>
                  <a:gd name="connsiteX0" fmla="*/ 232481 w 1259911"/>
                  <a:gd name="connsiteY0" fmla="*/ 0 h 1485900"/>
                  <a:gd name="connsiteX1" fmla="*/ 1259911 w 1259911"/>
                  <a:gd name="connsiteY1" fmla="*/ 0 h 1485900"/>
                  <a:gd name="connsiteX2" fmla="*/ 1259911 w 1259911"/>
                  <a:gd name="connsiteY2" fmla="*/ 1485900 h 1485900"/>
                  <a:gd name="connsiteX3" fmla="*/ 232481 w 1259911"/>
                  <a:gd name="connsiteY3" fmla="*/ 1485900 h 1485900"/>
                  <a:gd name="connsiteX4" fmla="*/ 231946 w 1259911"/>
                  <a:gd name="connsiteY4" fmla="*/ 1042182 h 1485900"/>
                  <a:gd name="connsiteX5" fmla="*/ 0 w 1259911"/>
                  <a:gd name="connsiteY5" fmla="*/ 470682 h 1485900"/>
                  <a:gd name="connsiteX6" fmla="*/ 232481 w 1259911"/>
                  <a:gd name="connsiteY6" fmla="*/ 470682 h 1485900"/>
                  <a:gd name="connsiteX7" fmla="*/ 232481 w 1259911"/>
                  <a:gd name="connsiteY7" fmla="*/ 0 h 1485900"/>
                  <a:gd name="connsiteX0" fmla="*/ 252736 w 1280166"/>
                  <a:gd name="connsiteY0" fmla="*/ 0 h 1485900"/>
                  <a:gd name="connsiteX1" fmla="*/ 1280166 w 1280166"/>
                  <a:gd name="connsiteY1" fmla="*/ 0 h 1485900"/>
                  <a:gd name="connsiteX2" fmla="*/ 1280166 w 1280166"/>
                  <a:gd name="connsiteY2" fmla="*/ 1485900 h 1485900"/>
                  <a:gd name="connsiteX3" fmla="*/ 252736 w 1280166"/>
                  <a:gd name="connsiteY3" fmla="*/ 1485900 h 1485900"/>
                  <a:gd name="connsiteX4" fmla="*/ 252201 w 1280166"/>
                  <a:gd name="connsiteY4" fmla="*/ 1042182 h 1485900"/>
                  <a:gd name="connsiteX5" fmla="*/ 20255 w 1280166"/>
                  <a:gd name="connsiteY5" fmla="*/ 1042182 h 1485900"/>
                  <a:gd name="connsiteX6" fmla="*/ 20255 w 1280166"/>
                  <a:gd name="connsiteY6" fmla="*/ 470682 h 1485900"/>
                  <a:gd name="connsiteX7" fmla="*/ 252736 w 1280166"/>
                  <a:gd name="connsiteY7" fmla="*/ 470682 h 1485900"/>
                  <a:gd name="connsiteX8" fmla="*/ 252736 w 1280166"/>
                  <a:gd name="connsiteY8" fmla="*/ 0 h 1485900"/>
                  <a:gd name="connsiteX0" fmla="*/ 252736 w 1280166"/>
                  <a:gd name="connsiteY0" fmla="*/ 0 h 1485900"/>
                  <a:gd name="connsiteX1" fmla="*/ 1280166 w 1280166"/>
                  <a:gd name="connsiteY1" fmla="*/ 0 h 1485900"/>
                  <a:gd name="connsiteX2" fmla="*/ 1280166 w 1280166"/>
                  <a:gd name="connsiteY2" fmla="*/ 1485900 h 1485900"/>
                  <a:gd name="connsiteX3" fmla="*/ 252736 w 1280166"/>
                  <a:gd name="connsiteY3" fmla="*/ 1485900 h 1485900"/>
                  <a:gd name="connsiteX4" fmla="*/ 252201 w 1280166"/>
                  <a:gd name="connsiteY4" fmla="*/ 1042182 h 1485900"/>
                  <a:gd name="connsiteX5" fmla="*/ 20255 w 1280166"/>
                  <a:gd name="connsiteY5" fmla="*/ 1042182 h 1485900"/>
                  <a:gd name="connsiteX6" fmla="*/ 20255 w 1280166"/>
                  <a:gd name="connsiteY6" fmla="*/ 470682 h 1485900"/>
                  <a:gd name="connsiteX7" fmla="*/ 252736 w 1280166"/>
                  <a:gd name="connsiteY7" fmla="*/ 470682 h 1485900"/>
                  <a:gd name="connsiteX8" fmla="*/ 252736 w 1280166"/>
                  <a:gd name="connsiteY8" fmla="*/ 0 h 1485900"/>
                  <a:gd name="connsiteX0" fmla="*/ 298333 w 1325763"/>
                  <a:gd name="connsiteY0" fmla="*/ 0 h 1485900"/>
                  <a:gd name="connsiteX1" fmla="*/ 1325763 w 1325763"/>
                  <a:gd name="connsiteY1" fmla="*/ 0 h 1485900"/>
                  <a:gd name="connsiteX2" fmla="*/ 1325763 w 1325763"/>
                  <a:gd name="connsiteY2" fmla="*/ 1485900 h 1485900"/>
                  <a:gd name="connsiteX3" fmla="*/ 298333 w 1325763"/>
                  <a:gd name="connsiteY3" fmla="*/ 1485900 h 1485900"/>
                  <a:gd name="connsiteX4" fmla="*/ 297798 w 1325763"/>
                  <a:gd name="connsiteY4" fmla="*/ 1042182 h 1485900"/>
                  <a:gd name="connsiteX5" fmla="*/ 65852 w 1325763"/>
                  <a:gd name="connsiteY5" fmla="*/ 1042182 h 1485900"/>
                  <a:gd name="connsiteX6" fmla="*/ 65852 w 1325763"/>
                  <a:gd name="connsiteY6" fmla="*/ 470682 h 1485900"/>
                  <a:gd name="connsiteX7" fmla="*/ 298333 w 1325763"/>
                  <a:gd name="connsiteY7" fmla="*/ 470682 h 1485900"/>
                  <a:gd name="connsiteX8" fmla="*/ 298333 w 1325763"/>
                  <a:gd name="connsiteY8" fmla="*/ 0 h 1485900"/>
                  <a:gd name="connsiteX0" fmla="*/ 252737 w 1280167"/>
                  <a:gd name="connsiteY0" fmla="*/ 0 h 1485900"/>
                  <a:gd name="connsiteX1" fmla="*/ 1280167 w 1280167"/>
                  <a:gd name="connsiteY1" fmla="*/ 0 h 1485900"/>
                  <a:gd name="connsiteX2" fmla="*/ 1280167 w 1280167"/>
                  <a:gd name="connsiteY2" fmla="*/ 1485900 h 1485900"/>
                  <a:gd name="connsiteX3" fmla="*/ 252737 w 1280167"/>
                  <a:gd name="connsiteY3" fmla="*/ 1485900 h 1485900"/>
                  <a:gd name="connsiteX4" fmla="*/ 252202 w 1280167"/>
                  <a:gd name="connsiteY4" fmla="*/ 1042182 h 1485900"/>
                  <a:gd name="connsiteX5" fmla="*/ 20256 w 1280167"/>
                  <a:gd name="connsiteY5" fmla="*/ 1042182 h 1485900"/>
                  <a:gd name="connsiteX6" fmla="*/ 20256 w 1280167"/>
                  <a:gd name="connsiteY6" fmla="*/ 470682 h 1485900"/>
                  <a:gd name="connsiteX7" fmla="*/ 252737 w 1280167"/>
                  <a:gd name="connsiteY7" fmla="*/ 470682 h 1485900"/>
                  <a:gd name="connsiteX8" fmla="*/ 252737 w 1280167"/>
                  <a:gd name="connsiteY8" fmla="*/ 0 h 1485900"/>
                  <a:gd name="connsiteX0" fmla="*/ 237236 w 1264666"/>
                  <a:gd name="connsiteY0" fmla="*/ 0 h 1485900"/>
                  <a:gd name="connsiteX1" fmla="*/ 1264666 w 1264666"/>
                  <a:gd name="connsiteY1" fmla="*/ 0 h 1485900"/>
                  <a:gd name="connsiteX2" fmla="*/ 1264666 w 1264666"/>
                  <a:gd name="connsiteY2" fmla="*/ 1485900 h 1485900"/>
                  <a:gd name="connsiteX3" fmla="*/ 237236 w 1264666"/>
                  <a:gd name="connsiteY3" fmla="*/ 1485900 h 1485900"/>
                  <a:gd name="connsiteX4" fmla="*/ 236701 w 1264666"/>
                  <a:gd name="connsiteY4" fmla="*/ 1042182 h 1485900"/>
                  <a:gd name="connsiteX5" fmla="*/ 4755 w 1264666"/>
                  <a:gd name="connsiteY5" fmla="*/ 1042182 h 1485900"/>
                  <a:gd name="connsiteX6" fmla="*/ 4755 w 1264666"/>
                  <a:gd name="connsiteY6" fmla="*/ 470682 h 1485900"/>
                  <a:gd name="connsiteX7" fmla="*/ 237236 w 1264666"/>
                  <a:gd name="connsiteY7" fmla="*/ 470682 h 1485900"/>
                  <a:gd name="connsiteX8" fmla="*/ 237236 w 1264666"/>
                  <a:gd name="connsiteY8" fmla="*/ 0 h 1485900"/>
                  <a:gd name="connsiteX0" fmla="*/ 232481 w 1259911"/>
                  <a:gd name="connsiteY0" fmla="*/ 0 h 1485900"/>
                  <a:gd name="connsiteX1" fmla="*/ 1259911 w 1259911"/>
                  <a:gd name="connsiteY1" fmla="*/ 0 h 1485900"/>
                  <a:gd name="connsiteX2" fmla="*/ 1259911 w 1259911"/>
                  <a:gd name="connsiteY2" fmla="*/ 1485900 h 1485900"/>
                  <a:gd name="connsiteX3" fmla="*/ 232481 w 1259911"/>
                  <a:gd name="connsiteY3" fmla="*/ 1485900 h 1485900"/>
                  <a:gd name="connsiteX4" fmla="*/ 231946 w 1259911"/>
                  <a:gd name="connsiteY4" fmla="*/ 1042182 h 1485900"/>
                  <a:gd name="connsiteX5" fmla="*/ 0 w 1259911"/>
                  <a:gd name="connsiteY5" fmla="*/ 1042182 h 1485900"/>
                  <a:gd name="connsiteX6" fmla="*/ 0 w 1259911"/>
                  <a:gd name="connsiteY6" fmla="*/ 470682 h 1485900"/>
                  <a:gd name="connsiteX7" fmla="*/ 232481 w 1259911"/>
                  <a:gd name="connsiteY7" fmla="*/ 470682 h 1485900"/>
                  <a:gd name="connsiteX8" fmla="*/ 232481 w 1259911"/>
                  <a:gd name="connsiteY8" fmla="*/ 0 h 1485900"/>
                  <a:gd name="connsiteX0" fmla="*/ 232481 w 1259911"/>
                  <a:gd name="connsiteY0" fmla="*/ 0 h 1485900"/>
                  <a:gd name="connsiteX1" fmla="*/ 1259911 w 1259911"/>
                  <a:gd name="connsiteY1" fmla="*/ 0 h 1485900"/>
                  <a:gd name="connsiteX2" fmla="*/ 1259911 w 1259911"/>
                  <a:gd name="connsiteY2" fmla="*/ 1485900 h 1485900"/>
                  <a:gd name="connsiteX3" fmla="*/ 232481 w 1259911"/>
                  <a:gd name="connsiteY3" fmla="*/ 1485900 h 1485900"/>
                  <a:gd name="connsiteX4" fmla="*/ 231946 w 1259911"/>
                  <a:gd name="connsiteY4" fmla="*/ 1042182 h 1485900"/>
                  <a:gd name="connsiteX5" fmla="*/ 0 w 1259911"/>
                  <a:gd name="connsiteY5" fmla="*/ 1042182 h 1485900"/>
                  <a:gd name="connsiteX6" fmla="*/ 0 w 1259911"/>
                  <a:gd name="connsiteY6" fmla="*/ 470682 h 1485900"/>
                  <a:gd name="connsiteX7" fmla="*/ 232481 w 1259911"/>
                  <a:gd name="connsiteY7" fmla="*/ 470682 h 1485900"/>
                  <a:gd name="connsiteX8" fmla="*/ 232481 w 1259911"/>
                  <a:gd name="connsiteY8" fmla="*/ 0 h 1485900"/>
                  <a:gd name="connsiteX0" fmla="*/ 232481 w 1259911"/>
                  <a:gd name="connsiteY0" fmla="*/ 0 h 1485900"/>
                  <a:gd name="connsiteX1" fmla="*/ 1259911 w 1259911"/>
                  <a:gd name="connsiteY1" fmla="*/ 0 h 1485900"/>
                  <a:gd name="connsiteX2" fmla="*/ 1259911 w 1259911"/>
                  <a:gd name="connsiteY2" fmla="*/ 1485900 h 1485900"/>
                  <a:gd name="connsiteX3" fmla="*/ 232481 w 1259911"/>
                  <a:gd name="connsiteY3" fmla="*/ 1485900 h 1485900"/>
                  <a:gd name="connsiteX4" fmla="*/ 231946 w 1259911"/>
                  <a:gd name="connsiteY4" fmla="*/ 1042182 h 1485900"/>
                  <a:gd name="connsiteX5" fmla="*/ 0 w 1259911"/>
                  <a:gd name="connsiteY5" fmla="*/ 1042182 h 1485900"/>
                  <a:gd name="connsiteX6" fmla="*/ 0 w 1259911"/>
                  <a:gd name="connsiteY6" fmla="*/ 470682 h 1485900"/>
                  <a:gd name="connsiteX7" fmla="*/ 232481 w 1259911"/>
                  <a:gd name="connsiteY7" fmla="*/ 470682 h 1485900"/>
                  <a:gd name="connsiteX8" fmla="*/ 232481 w 1259911"/>
                  <a:gd name="connsiteY8" fmla="*/ 0 h 1485900"/>
                  <a:gd name="connsiteX0" fmla="*/ 232481 w 1259911"/>
                  <a:gd name="connsiteY0" fmla="*/ 0 h 1485900"/>
                  <a:gd name="connsiteX1" fmla="*/ 1259911 w 1259911"/>
                  <a:gd name="connsiteY1" fmla="*/ 0 h 1485900"/>
                  <a:gd name="connsiteX2" fmla="*/ 1259911 w 1259911"/>
                  <a:gd name="connsiteY2" fmla="*/ 1485900 h 1485900"/>
                  <a:gd name="connsiteX3" fmla="*/ 232481 w 1259911"/>
                  <a:gd name="connsiteY3" fmla="*/ 1485900 h 1485900"/>
                  <a:gd name="connsiteX4" fmla="*/ 231946 w 1259911"/>
                  <a:gd name="connsiteY4" fmla="*/ 1042182 h 1485900"/>
                  <a:gd name="connsiteX5" fmla="*/ 0 w 1259911"/>
                  <a:gd name="connsiteY5" fmla="*/ 1042182 h 1485900"/>
                  <a:gd name="connsiteX6" fmla="*/ 0 w 1259911"/>
                  <a:gd name="connsiteY6" fmla="*/ 470682 h 1485900"/>
                  <a:gd name="connsiteX7" fmla="*/ 232481 w 1259911"/>
                  <a:gd name="connsiteY7" fmla="*/ 470682 h 1485900"/>
                  <a:gd name="connsiteX8" fmla="*/ 232481 w 1259911"/>
                  <a:gd name="connsiteY8" fmla="*/ 0 h 1485900"/>
                  <a:gd name="connsiteX0" fmla="*/ 232481 w 1259911"/>
                  <a:gd name="connsiteY0" fmla="*/ 0 h 1485900"/>
                  <a:gd name="connsiteX1" fmla="*/ 1259911 w 1259911"/>
                  <a:gd name="connsiteY1" fmla="*/ 0 h 1485900"/>
                  <a:gd name="connsiteX2" fmla="*/ 1259911 w 1259911"/>
                  <a:gd name="connsiteY2" fmla="*/ 1485900 h 1485900"/>
                  <a:gd name="connsiteX3" fmla="*/ 232481 w 1259911"/>
                  <a:gd name="connsiteY3" fmla="*/ 1485900 h 1485900"/>
                  <a:gd name="connsiteX4" fmla="*/ 231946 w 1259911"/>
                  <a:gd name="connsiteY4" fmla="*/ 1042182 h 1485900"/>
                  <a:gd name="connsiteX5" fmla="*/ 0 w 1259911"/>
                  <a:gd name="connsiteY5" fmla="*/ 1042182 h 1485900"/>
                  <a:gd name="connsiteX6" fmla="*/ 0 w 1259911"/>
                  <a:gd name="connsiteY6" fmla="*/ 470682 h 1485900"/>
                  <a:gd name="connsiteX7" fmla="*/ 232481 w 1259911"/>
                  <a:gd name="connsiteY7" fmla="*/ 470682 h 1485900"/>
                  <a:gd name="connsiteX8" fmla="*/ 232481 w 1259911"/>
                  <a:gd name="connsiteY8" fmla="*/ 0 h 148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9911" h="1485900">
                    <a:moveTo>
                      <a:pt x="232481" y="0"/>
                    </a:moveTo>
                    <a:lnTo>
                      <a:pt x="1259911" y="0"/>
                    </a:lnTo>
                    <a:lnTo>
                      <a:pt x="1259911" y="1485900"/>
                    </a:lnTo>
                    <a:lnTo>
                      <a:pt x="232481" y="1485900"/>
                    </a:lnTo>
                    <a:cubicBezTo>
                      <a:pt x="238597" y="728590"/>
                      <a:pt x="227253" y="1713132"/>
                      <a:pt x="231946" y="1042182"/>
                    </a:cubicBezTo>
                    <a:cubicBezTo>
                      <a:pt x="-287302" y="1046090"/>
                      <a:pt x="522069" y="1038958"/>
                      <a:pt x="0" y="1042182"/>
                    </a:cubicBezTo>
                    <a:cubicBezTo>
                      <a:pt x="3587" y="243547"/>
                      <a:pt x="1773" y="1337798"/>
                      <a:pt x="0" y="470682"/>
                    </a:cubicBezTo>
                    <a:lnTo>
                      <a:pt x="232481" y="470682"/>
                    </a:lnTo>
                    <a:lnTo>
                      <a:pt x="232481" y="0"/>
                    </a:lnTo>
                    <a:close/>
                  </a:path>
                </a:pathLst>
              </a:custGeom>
              <a:solidFill>
                <a:schemeClr val="bg1">
                  <a:lumMod val="65000"/>
                </a:schemeClr>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Platform </a:t>
                </a:r>
                <a:r>
                  <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rPr>
                  <a:t>development</a:t>
                </a: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and maintenance</a:t>
                </a:r>
              </a:p>
              <a:p>
                <a:pPr marL="0" marR="0" lvl="0" indent="0" algn="ctr" defTabSz="914400" eaLnBrk="1" fontAlgn="auto" latinLnBrk="0" hangingPunct="1">
                  <a:lnSpc>
                    <a:spcPct val="100000"/>
                  </a:lnSpc>
                  <a:spcBef>
                    <a:spcPts val="0"/>
                  </a:spcBef>
                  <a:spcAft>
                    <a:spcPts val="0"/>
                  </a:spcAft>
                  <a:buClrTx/>
                  <a:buSzTx/>
                  <a:buFontTx/>
                  <a:buNone/>
                  <a:tabLst/>
                  <a:defRPr/>
                </a:pPr>
                <a:endPar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AI and data analytics</a:t>
                </a:r>
              </a:p>
              <a:p>
                <a:pPr marL="0" marR="0" lvl="0" indent="0" algn="ctr" defTabSz="914400" eaLnBrk="1" fontAlgn="auto" latinLnBrk="0" hangingPunct="1">
                  <a:lnSpc>
                    <a:spcPct val="100000"/>
                  </a:lnSpc>
                  <a:spcBef>
                    <a:spcPts val="0"/>
                  </a:spcBef>
                  <a:spcAft>
                    <a:spcPts val="0"/>
                  </a:spcAft>
                  <a:buClrTx/>
                  <a:buSzTx/>
                  <a:buFontTx/>
                  <a:buNone/>
                  <a:tabLst/>
                  <a:defRPr/>
                </a:pPr>
                <a:endPar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Collaboration with stakeholders</a:t>
                </a:r>
              </a:p>
              <a:p>
                <a:pPr marL="0" marR="0" lvl="0" indent="0" algn="ctr" defTabSz="914400" eaLnBrk="1" fontAlgn="auto" latinLnBrk="0" hangingPunct="1">
                  <a:lnSpc>
                    <a:spcPct val="100000"/>
                  </a:lnSpc>
                  <a:spcBef>
                    <a:spcPts val="0"/>
                  </a:spcBef>
                  <a:spcAft>
                    <a:spcPts val="0"/>
                  </a:spcAft>
                  <a:buClrTx/>
                  <a:buSzTx/>
                  <a:buFontTx/>
                  <a:buNone/>
                  <a:tabLst/>
                  <a:defRPr/>
                </a:pPr>
                <a:endPar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Public awareness events</a:t>
                </a:r>
              </a:p>
              <a:p>
                <a:pPr marL="0" marR="0" lvl="0" indent="0" algn="ctr" defTabSz="914400" eaLnBrk="1" fontAlgn="auto" latinLnBrk="0" hangingPunct="1">
                  <a:lnSpc>
                    <a:spcPct val="100000"/>
                  </a:lnSpc>
                  <a:spcBef>
                    <a:spcPts val="0"/>
                  </a:spcBef>
                  <a:spcAft>
                    <a:spcPts val="0"/>
                  </a:spcAft>
                  <a:buClrTx/>
                  <a:buSzTx/>
                  <a:buFontTx/>
                  <a:buNone/>
                  <a:tabLst/>
                  <a:defRPr/>
                </a:pPr>
                <a:endPar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p:txBody>
          </p:sp>
          <p:sp>
            <p:nvSpPr>
              <p:cNvPr id="70" name="Rectangle 4">
                <a:extLst>
                  <a:ext uri="{FF2B5EF4-FFF2-40B4-BE49-F238E27FC236}">
                    <a16:creationId xmlns:a16="http://schemas.microsoft.com/office/drawing/2014/main" id="{01128723-E9CA-EE8B-30C1-99472375B91A}"/>
                  </a:ext>
                </a:extLst>
              </p:cNvPr>
              <p:cNvSpPr/>
              <p:nvPr/>
            </p:nvSpPr>
            <p:spPr>
              <a:xfrm>
                <a:off x="5629456" y="1424127"/>
                <a:ext cx="1144905" cy="2998951"/>
              </a:xfrm>
              <a:custGeom>
                <a:avLst/>
                <a:gdLst>
                  <a:gd name="connsiteX0" fmla="*/ 0 w 1141730"/>
                  <a:gd name="connsiteY0" fmla="*/ 0 h 3068955"/>
                  <a:gd name="connsiteX1" fmla="*/ 1141730 w 1141730"/>
                  <a:gd name="connsiteY1" fmla="*/ 0 h 3068955"/>
                  <a:gd name="connsiteX2" fmla="*/ 1141730 w 1141730"/>
                  <a:gd name="connsiteY2" fmla="*/ 3068955 h 3068955"/>
                  <a:gd name="connsiteX3" fmla="*/ 0 w 1141730"/>
                  <a:gd name="connsiteY3" fmla="*/ 3068955 h 3068955"/>
                  <a:gd name="connsiteX4" fmla="*/ 0 w 1141730"/>
                  <a:gd name="connsiteY4" fmla="*/ 0 h 3068955"/>
                  <a:gd name="connsiteX0" fmla="*/ 0 w 1142218"/>
                  <a:gd name="connsiteY0" fmla="*/ 0 h 3068955"/>
                  <a:gd name="connsiteX1" fmla="*/ 1141730 w 1142218"/>
                  <a:gd name="connsiteY1" fmla="*/ 0 h 3068955"/>
                  <a:gd name="connsiteX2" fmla="*/ 1141730 w 1142218"/>
                  <a:gd name="connsiteY2" fmla="*/ 345440 h 3068955"/>
                  <a:gd name="connsiteX3" fmla="*/ 1141730 w 1142218"/>
                  <a:gd name="connsiteY3" fmla="*/ 3068955 h 3068955"/>
                  <a:gd name="connsiteX4" fmla="*/ 0 w 1142218"/>
                  <a:gd name="connsiteY4" fmla="*/ 3068955 h 3068955"/>
                  <a:gd name="connsiteX5" fmla="*/ 0 w 1142218"/>
                  <a:gd name="connsiteY5" fmla="*/ 0 h 3068955"/>
                  <a:gd name="connsiteX0" fmla="*/ 0 w 1142610"/>
                  <a:gd name="connsiteY0" fmla="*/ 0 h 3068955"/>
                  <a:gd name="connsiteX1" fmla="*/ 1141730 w 1142610"/>
                  <a:gd name="connsiteY1" fmla="*/ 0 h 3068955"/>
                  <a:gd name="connsiteX2" fmla="*/ 1141730 w 1142610"/>
                  <a:gd name="connsiteY2" fmla="*/ 345440 h 3068955"/>
                  <a:gd name="connsiteX3" fmla="*/ 1142218 w 1142610"/>
                  <a:gd name="connsiteY3" fmla="*/ 1145540 h 3068955"/>
                  <a:gd name="connsiteX4" fmla="*/ 1141730 w 1142610"/>
                  <a:gd name="connsiteY4" fmla="*/ 3068955 h 3068955"/>
                  <a:gd name="connsiteX5" fmla="*/ 0 w 1142610"/>
                  <a:gd name="connsiteY5" fmla="*/ 3068955 h 3068955"/>
                  <a:gd name="connsiteX6" fmla="*/ 0 w 1142610"/>
                  <a:gd name="connsiteY6" fmla="*/ 0 h 3068955"/>
                  <a:gd name="connsiteX0" fmla="*/ 0 w 1226202"/>
                  <a:gd name="connsiteY0" fmla="*/ 0 h 3068955"/>
                  <a:gd name="connsiteX1" fmla="*/ 1141730 w 1226202"/>
                  <a:gd name="connsiteY1" fmla="*/ 0 h 3068955"/>
                  <a:gd name="connsiteX2" fmla="*/ 1141730 w 1226202"/>
                  <a:gd name="connsiteY2" fmla="*/ 345440 h 3068955"/>
                  <a:gd name="connsiteX3" fmla="*/ 1142218 w 1226202"/>
                  <a:gd name="connsiteY3" fmla="*/ 1145540 h 3068955"/>
                  <a:gd name="connsiteX4" fmla="*/ 1142610 w 1226202"/>
                  <a:gd name="connsiteY4" fmla="*/ 1945640 h 3068955"/>
                  <a:gd name="connsiteX5" fmla="*/ 1141730 w 1226202"/>
                  <a:gd name="connsiteY5" fmla="*/ 3068955 h 3068955"/>
                  <a:gd name="connsiteX6" fmla="*/ 0 w 1226202"/>
                  <a:gd name="connsiteY6" fmla="*/ 3068955 h 3068955"/>
                  <a:gd name="connsiteX7" fmla="*/ 0 w 1226202"/>
                  <a:gd name="connsiteY7" fmla="*/ 0 h 3068955"/>
                  <a:gd name="connsiteX0" fmla="*/ 0 w 1233625"/>
                  <a:gd name="connsiteY0" fmla="*/ 0 h 3068955"/>
                  <a:gd name="connsiteX1" fmla="*/ 1141730 w 1233625"/>
                  <a:gd name="connsiteY1" fmla="*/ 0 h 3068955"/>
                  <a:gd name="connsiteX2" fmla="*/ 1141730 w 1233625"/>
                  <a:gd name="connsiteY2" fmla="*/ 345440 h 3068955"/>
                  <a:gd name="connsiteX3" fmla="*/ 1142218 w 1233625"/>
                  <a:gd name="connsiteY3" fmla="*/ 1145540 h 3068955"/>
                  <a:gd name="connsiteX4" fmla="*/ 1142610 w 1233625"/>
                  <a:gd name="connsiteY4" fmla="*/ 1945640 h 3068955"/>
                  <a:gd name="connsiteX5" fmla="*/ 1142337 w 1233625"/>
                  <a:gd name="connsiteY5" fmla="*/ 2745740 h 3068955"/>
                  <a:gd name="connsiteX6" fmla="*/ 1141730 w 1233625"/>
                  <a:gd name="connsiteY6" fmla="*/ 3068955 h 3068955"/>
                  <a:gd name="connsiteX7" fmla="*/ 0 w 1233625"/>
                  <a:gd name="connsiteY7" fmla="*/ 3068955 h 3068955"/>
                  <a:gd name="connsiteX8" fmla="*/ 0 w 1233625"/>
                  <a:gd name="connsiteY8" fmla="*/ 0 h 3068955"/>
                  <a:gd name="connsiteX0" fmla="*/ 0 w 1149734"/>
                  <a:gd name="connsiteY0" fmla="*/ 0 h 3068955"/>
                  <a:gd name="connsiteX1" fmla="*/ 1141730 w 1149734"/>
                  <a:gd name="connsiteY1" fmla="*/ 0 h 3068955"/>
                  <a:gd name="connsiteX2" fmla="*/ 1141730 w 1149734"/>
                  <a:gd name="connsiteY2" fmla="*/ 345440 h 3068955"/>
                  <a:gd name="connsiteX3" fmla="*/ 1142218 w 1149734"/>
                  <a:gd name="connsiteY3" fmla="*/ 1145540 h 3068955"/>
                  <a:gd name="connsiteX4" fmla="*/ 1142610 w 1149734"/>
                  <a:gd name="connsiteY4" fmla="*/ 1945640 h 3068955"/>
                  <a:gd name="connsiteX5" fmla="*/ 1142337 w 1149734"/>
                  <a:gd name="connsiteY5" fmla="*/ 2745740 h 3068955"/>
                  <a:gd name="connsiteX6" fmla="*/ 1141730 w 1149734"/>
                  <a:gd name="connsiteY6" fmla="*/ 3068955 h 3068955"/>
                  <a:gd name="connsiteX7" fmla="*/ 0 w 1149734"/>
                  <a:gd name="connsiteY7" fmla="*/ 3068955 h 3068955"/>
                  <a:gd name="connsiteX8" fmla="*/ 0 w 1149734"/>
                  <a:gd name="connsiteY8" fmla="*/ 0 h 3068955"/>
                  <a:gd name="connsiteX0" fmla="*/ 0 w 1145494"/>
                  <a:gd name="connsiteY0" fmla="*/ 0 h 3068955"/>
                  <a:gd name="connsiteX1" fmla="*/ 1141730 w 1145494"/>
                  <a:gd name="connsiteY1" fmla="*/ 0 h 3068955"/>
                  <a:gd name="connsiteX2" fmla="*/ 1141730 w 1145494"/>
                  <a:gd name="connsiteY2" fmla="*/ 345440 h 3068955"/>
                  <a:gd name="connsiteX3" fmla="*/ 1142218 w 1145494"/>
                  <a:gd name="connsiteY3" fmla="*/ 1145540 h 3068955"/>
                  <a:gd name="connsiteX4" fmla="*/ 1142610 w 1145494"/>
                  <a:gd name="connsiteY4" fmla="*/ 1945640 h 3068955"/>
                  <a:gd name="connsiteX5" fmla="*/ 913940 w 1145494"/>
                  <a:gd name="connsiteY5" fmla="*/ 2745740 h 3068955"/>
                  <a:gd name="connsiteX6" fmla="*/ 1142337 w 1145494"/>
                  <a:gd name="connsiteY6" fmla="*/ 2745740 h 3068955"/>
                  <a:gd name="connsiteX7" fmla="*/ 1141730 w 1145494"/>
                  <a:gd name="connsiteY7" fmla="*/ 3068955 h 3068955"/>
                  <a:gd name="connsiteX8" fmla="*/ 0 w 1145494"/>
                  <a:gd name="connsiteY8" fmla="*/ 3068955 h 3068955"/>
                  <a:gd name="connsiteX9" fmla="*/ 0 w 1145494"/>
                  <a:gd name="connsiteY9" fmla="*/ 0 h 3068955"/>
                  <a:gd name="connsiteX0" fmla="*/ 0 w 1145494"/>
                  <a:gd name="connsiteY0" fmla="*/ 0 h 3068955"/>
                  <a:gd name="connsiteX1" fmla="*/ 1141730 w 1145494"/>
                  <a:gd name="connsiteY1" fmla="*/ 0 h 3068955"/>
                  <a:gd name="connsiteX2" fmla="*/ 1141730 w 1145494"/>
                  <a:gd name="connsiteY2" fmla="*/ 345440 h 3068955"/>
                  <a:gd name="connsiteX3" fmla="*/ 1142218 w 1145494"/>
                  <a:gd name="connsiteY3" fmla="*/ 1145540 h 3068955"/>
                  <a:gd name="connsiteX4" fmla="*/ 1142610 w 1145494"/>
                  <a:gd name="connsiteY4" fmla="*/ 1945640 h 3068955"/>
                  <a:gd name="connsiteX5" fmla="*/ 913600 w 1145494"/>
                  <a:gd name="connsiteY5" fmla="*/ 1945640 h 3068955"/>
                  <a:gd name="connsiteX6" fmla="*/ 913940 w 1145494"/>
                  <a:gd name="connsiteY6" fmla="*/ 2745740 h 3068955"/>
                  <a:gd name="connsiteX7" fmla="*/ 1142337 w 1145494"/>
                  <a:gd name="connsiteY7" fmla="*/ 2745740 h 3068955"/>
                  <a:gd name="connsiteX8" fmla="*/ 1141730 w 1145494"/>
                  <a:gd name="connsiteY8" fmla="*/ 3068955 h 3068955"/>
                  <a:gd name="connsiteX9" fmla="*/ 0 w 1145494"/>
                  <a:gd name="connsiteY9" fmla="*/ 3068955 h 3068955"/>
                  <a:gd name="connsiteX10" fmla="*/ 0 w 1145494"/>
                  <a:gd name="connsiteY10" fmla="*/ 0 h 3068955"/>
                  <a:gd name="connsiteX0" fmla="*/ 0 w 1145494"/>
                  <a:gd name="connsiteY0" fmla="*/ 0 h 3068955"/>
                  <a:gd name="connsiteX1" fmla="*/ 1141730 w 1145494"/>
                  <a:gd name="connsiteY1" fmla="*/ 0 h 3068955"/>
                  <a:gd name="connsiteX2" fmla="*/ 1141730 w 1145494"/>
                  <a:gd name="connsiteY2" fmla="*/ 345440 h 3068955"/>
                  <a:gd name="connsiteX3" fmla="*/ 913600 w 1145494"/>
                  <a:gd name="connsiteY3" fmla="*/ 1145540 h 3068955"/>
                  <a:gd name="connsiteX4" fmla="*/ 1142218 w 1145494"/>
                  <a:gd name="connsiteY4" fmla="*/ 1145540 h 3068955"/>
                  <a:gd name="connsiteX5" fmla="*/ 1142610 w 1145494"/>
                  <a:gd name="connsiteY5" fmla="*/ 1945640 h 3068955"/>
                  <a:gd name="connsiteX6" fmla="*/ 913600 w 1145494"/>
                  <a:gd name="connsiteY6" fmla="*/ 1945640 h 3068955"/>
                  <a:gd name="connsiteX7" fmla="*/ 913940 w 1145494"/>
                  <a:gd name="connsiteY7" fmla="*/ 2745740 h 3068955"/>
                  <a:gd name="connsiteX8" fmla="*/ 1142337 w 1145494"/>
                  <a:gd name="connsiteY8" fmla="*/ 2745740 h 3068955"/>
                  <a:gd name="connsiteX9" fmla="*/ 1141730 w 1145494"/>
                  <a:gd name="connsiteY9" fmla="*/ 3068955 h 3068955"/>
                  <a:gd name="connsiteX10" fmla="*/ 0 w 1145494"/>
                  <a:gd name="connsiteY10" fmla="*/ 3068955 h 3068955"/>
                  <a:gd name="connsiteX11" fmla="*/ 0 w 1145494"/>
                  <a:gd name="connsiteY11" fmla="*/ 0 h 3068955"/>
                  <a:gd name="connsiteX0" fmla="*/ 0 w 1145494"/>
                  <a:gd name="connsiteY0" fmla="*/ 0 h 3068955"/>
                  <a:gd name="connsiteX1" fmla="*/ 1141730 w 1145494"/>
                  <a:gd name="connsiteY1" fmla="*/ 0 h 3068955"/>
                  <a:gd name="connsiteX2" fmla="*/ 1141730 w 1145494"/>
                  <a:gd name="connsiteY2" fmla="*/ 345440 h 3068955"/>
                  <a:gd name="connsiteX3" fmla="*/ 913600 w 1145494"/>
                  <a:gd name="connsiteY3" fmla="*/ 345440 h 3068955"/>
                  <a:gd name="connsiteX4" fmla="*/ 913600 w 1145494"/>
                  <a:gd name="connsiteY4" fmla="*/ 1145540 h 3068955"/>
                  <a:gd name="connsiteX5" fmla="*/ 1142218 w 1145494"/>
                  <a:gd name="connsiteY5" fmla="*/ 1145540 h 3068955"/>
                  <a:gd name="connsiteX6" fmla="*/ 1142610 w 1145494"/>
                  <a:gd name="connsiteY6" fmla="*/ 1945640 h 3068955"/>
                  <a:gd name="connsiteX7" fmla="*/ 913600 w 1145494"/>
                  <a:gd name="connsiteY7" fmla="*/ 1945640 h 3068955"/>
                  <a:gd name="connsiteX8" fmla="*/ 913940 w 1145494"/>
                  <a:gd name="connsiteY8" fmla="*/ 2745740 h 3068955"/>
                  <a:gd name="connsiteX9" fmla="*/ 1142337 w 1145494"/>
                  <a:gd name="connsiteY9" fmla="*/ 2745740 h 3068955"/>
                  <a:gd name="connsiteX10" fmla="*/ 1141730 w 1145494"/>
                  <a:gd name="connsiteY10" fmla="*/ 3068955 h 3068955"/>
                  <a:gd name="connsiteX11" fmla="*/ 0 w 1145494"/>
                  <a:gd name="connsiteY11" fmla="*/ 3068955 h 3068955"/>
                  <a:gd name="connsiteX12" fmla="*/ 0 w 1145494"/>
                  <a:gd name="connsiteY12" fmla="*/ 0 h 3068955"/>
                  <a:gd name="connsiteX0" fmla="*/ 0 w 1227981"/>
                  <a:gd name="connsiteY0" fmla="*/ 0 h 3068955"/>
                  <a:gd name="connsiteX1" fmla="*/ 1141730 w 1227981"/>
                  <a:gd name="connsiteY1" fmla="*/ 0 h 3068955"/>
                  <a:gd name="connsiteX2" fmla="*/ 1141730 w 1227981"/>
                  <a:gd name="connsiteY2" fmla="*/ 345440 h 3068955"/>
                  <a:gd name="connsiteX3" fmla="*/ 913600 w 1227981"/>
                  <a:gd name="connsiteY3" fmla="*/ 345440 h 3068955"/>
                  <a:gd name="connsiteX4" fmla="*/ 913600 w 1227981"/>
                  <a:gd name="connsiteY4" fmla="*/ 1145540 h 3068955"/>
                  <a:gd name="connsiteX5" fmla="*/ 1142218 w 1227981"/>
                  <a:gd name="connsiteY5" fmla="*/ 1145540 h 3068955"/>
                  <a:gd name="connsiteX6" fmla="*/ 1142610 w 1227981"/>
                  <a:gd name="connsiteY6" fmla="*/ 1945640 h 3068955"/>
                  <a:gd name="connsiteX7" fmla="*/ 913600 w 1227981"/>
                  <a:gd name="connsiteY7" fmla="*/ 1945640 h 3068955"/>
                  <a:gd name="connsiteX8" fmla="*/ 913940 w 1227981"/>
                  <a:gd name="connsiteY8" fmla="*/ 2745740 h 3068955"/>
                  <a:gd name="connsiteX9" fmla="*/ 1142337 w 1227981"/>
                  <a:gd name="connsiteY9" fmla="*/ 2745740 h 3068955"/>
                  <a:gd name="connsiteX10" fmla="*/ 1141730 w 1227981"/>
                  <a:gd name="connsiteY10" fmla="*/ 3068955 h 3068955"/>
                  <a:gd name="connsiteX11" fmla="*/ 0 w 1227981"/>
                  <a:gd name="connsiteY11" fmla="*/ 3068955 h 3068955"/>
                  <a:gd name="connsiteX12" fmla="*/ 0 w 1227981"/>
                  <a:gd name="connsiteY12" fmla="*/ 0 h 3068955"/>
                  <a:gd name="connsiteX0" fmla="*/ 0 w 1227981"/>
                  <a:gd name="connsiteY0" fmla="*/ 0 h 3068955"/>
                  <a:gd name="connsiteX1" fmla="*/ 1141730 w 1227981"/>
                  <a:gd name="connsiteY1" fmla="*/ 0 h 3068955"/>
                  <a:gd name="connsiteX2" fmla="*/ 1141730 w 1227981"/>
                  <a:gd name="connsiteY2" fmla="*/ 345440 h 3068955"/>
                  <a:gd name="connsiteX3" fmla="*/ 913600 w 1227981"/>
                  <a:gd name="connsiteY3" fmla="*/ 345440 h 3068955"/>
                  <a:gd name="connsiteX4" fmla="*/ 913600 w 1227981"/>
                  <a:gd name="connsiteY4" fmla="*/ 1145540 h 3068955"/>
                  <a:gd name="connsiteX5" fmla="*/ 1142218 w 1227981"/>
                  <a:gd name="connsiteY5" fmla="*/ 1145540 h 3068955"/>
                  <a:gd name="connsiteX6" fmla="*/ 1142610 w 1227981"/>
                  <a:gd name="connsiteY6" fmla="*/ 1945640 h 3068955"/>
                  <a:gd name="connsiteX7" fmla="*/ 913600 w 1227981"/>
                  <a:gd name="connsiteY7" fmla="*/ 1945640 h 3068955"/>
                  <a:gd name="connsiteX8" fmla="*/ 913940 w 1227981"/>
                  <a:gd name="connsiteY8" fmla="*/ 2745740 h 3068955"/>
                  <a:gd name="connsiteX9" fmla="*/ 1142337 w 1227981"/>
                  <a:gd name="connsiteY9" fmla="*/ 2745740 h 3068955"/>
                  <a:gd name="connsiteX10" fmla="*/ 1141730 w 1227981"/>
                  <a:gd name="connsiteY10" fmla="*/ 3068955 h 3068955"/>
                  <a:gd name="connsiteX11" fmla="*/ 0 w 1227981"/>
                  <a:gd name="connsiteY11" fmla="*/ 3068955 h 3068955"/>
                  <a:gd name="connsiteX12" fmla="*/ 0 w 1227981"/>
                  <a:gd name="connsiteY12" fmla="*/ 0 h 3068955"/>
                  <a:gd name="connsiteX0" fmla="*/ 0 w 1227981"/>
                  <a:gd name="connsiteY0" fmla="*/ 0 h 3068955"/>
                  <a:gd name="connsiteX1" fmla="*/ 1141730 w 1227981"/>
                  <a:gd name="connsiteY1" fmla="*/ 0 h 3068955"/>
                  <a:gd name="connsiteX2" fmla="*/ 1141730 w 1227981"/>
                  <a:gd name="connsiteY2" fmla="*/ 345440 h 3068955"/>
                  <a:gd name="connsiteX3" fmla="*/ 913600 w 1227981"/>
                  <a:gd name="connsiteY3" fmla="*/ 345440 h 3068955"/>
                  <a:gd name="connsiteX4" fmla="*/ 913600 w 1227981"/>
                  <a:gd name="connsiteY4" fmla="*/ 1145540 h 3068955"/>
                  <a:gd name="connsiteX5" fmla="*/ 1142218 w 1227981"/>
                  <a:gd name="connsiteY5" fmla="*/ 1145540 h 3068955"/>
                  <a:gd name="connsiteX6" fmla="*/ 1142610 w 1227981"/>
                  <a:gd name="connsiteY6" fmla="*/ 1945640 h 3068955"/>
                  <a:gd name="connsiteX7" fmla="*/ 913600 w 1227981"/>
                  <a:gd name="connsiteY7" fmla="*/ 1945640 h 3068955"/>
                  <a:gd name="connsiteX8" fmla="*/ 913940 w 1227981"/>
                  <a:gd name="connsiteY8" fmla="*/ 2745740 h 3068955"/>
                  <a:gd name="connsiteX9" fmla="*/ 1142337 w 1227981"/>
                  <a:gd name="connsiteY9" fmla="*/ 2745740 h 3068955"/>
                  <a:gd name="connsiteX10" fmla="*/ 1141730 w 1227981"/>
                  <a:gd name="connsiteY10" fmla="*/ 3068955 h 3068955"/>
                  <a:gd name="connsiteX11" fmla="*/ 0 w 1227981"/>
                  <a:gd name="connsiteY11" fmla="*/ 3068955 h 3068955"/>
                  <a:gd name="connsiteX12" fmla="*/ 0 w 1227981"/>
                  <a:gd name="connsiteY12" fmla="*/ 0 h 3068955"/>
                  <a:gd name="connsiteX0" fmla="*/ 0 w 1276784"/>
                  <a:gd name="connsiteY0" fmla="*/ 0 h 3068955"/>
                  <a:gd name="connsiteX1" fmla="*/ 1141730 w 1276784"/>
                  <a:gd name="connsiteY1" fmla="*/ 0 h 3068955"/>
                  <a:gd name="connsiteX2" fmla="*/ 1141730 w 1276784"/>
                  <a:gd name="connsiteY2" fmla="*/ 345440 h 3068955"/>
                  <a:gd name="connsiteX3" fmla="*/ 913600 w 1276784"/>
                  <a:gd name="connsiteY3" fmla="*/ 345440 h 3068955"/>
                  <a:gd name="connsiteX4" fmla="*/ 913600 w 1276784"/>
                  <a:gd name="connsiteY4" fmla="*/ 1145540 h 3068955"/>
                  <a:gd name="connsiteX5" fmla="*/ 1142218 w 1276784"/>
                  <a:gd name="connsiteY5" fmla="*/ 1145540 h 3068955"/>
                  <a:gd name="connsiteX6" fmla="*/ 1142610 w 1276784"/>
                  <a:gd name="connsiteY6" fmla="*/ 1945640 h 3068955"/>
                  <a:gd name="connsiteX7" fmla="*/ 913600 w 1276784"/>
                  <a:gd name="connsiteY7" fmla="*/ 1945640 h 3068955"/>
                  <a:gd name="connsiteX8" fmla="*/ 913940 w 1276784"/>
                  <a:gd name="connsiteY8" fmla="*/ 2745740 h 3068955"/>
                  <a:gd name="connsiteX9" fmla="*/ 1142337 w 1276784"/>
                  <a:gd name="connsiteY9" fmla="*/ 2745740 h 3068955"/>
                  <a:gd name="connsiteX10" fmla="*/ 1141730 w 1276784"/>
                  <a:gd name="connsiteY10" fmla="*/ 3068955 h 3068955"/>
                  <a:gd name="connsiteX11" fmla="*/ 0 w 1276784"/>
                  <a:gd name="connsiteY11" fmla="*/ 3068955 h 3068955"/>
                  <a:gd name="connsiteX12" fmla="*/ 0 w 1276784"/>
                  <a:gd name="connsiteY12" fmla="*/ 0 h 3068955"/>
                  <a:gd name="connsiteX0" fmla="*/ 0 w 1227981"/>
                  <a:gd name="connsiteY0" fmla="*/ 0 h 3068955"/>
                  <a:gd name="connsiteX1" fmla="*/ 1141730 w 1227981"/>
                  <a:gd name="connsiteY1" fmla="*/ 0 h 3068955"/>
                  <a:gd name="connsiteX2" fmla="*/ 1141730 w 1227981"/>
                  <a:gd name="connsiteY2" fmla="*/ 345440 h 3068955"/>
                  <a:gd name="connsiteX3" fmla="*/ 913600 w 1227981"/>
                  <a:gd name="connsiteY3" fmla="*/ 345440 h 3068955"/>
                  <a:gd name="connsiteX4" fmla="*/ 913600 w 1227981"/>
                  <a:gd name="connsiteY4" fmla="*/ 1145540 h 3068955"/>
                  <a:gd name="connsiteX5" fmla="*/ 1142218 w 1227981"/>
                  <a:gd name="connsiteY5" fmla="*/ 1145540 h 3068955"/>
                  <a:gd name="connsiteX6" fmla="*/ 1142610 w 1227981"/>
                  <a:gd name="connsiteY6" fmla="*/ 1945640 h 3068955"/>
                  <a:gd name="connsiteX7" fmla="*/ 913600 w 1227981"/>
                  <a:gd name="connsiteY7" fmla="*/ 1945640 h 3068955"/>
                  <a:gd name="connsiteX8" fmla="*/ 913940 w 1227981"/>
                  <a:gd name="connsiteY8" fmla="*/ 2745740 h 3068955"/>
                  <a:gd name="connsiteX9" fmla="*/ 1142337 w 1227981"/>
                  <a:gd name="connsiteY9" fmla="*/ 2745740 h 3068955"/>
                  <a:gd name="connsiteX10" fmla="*/ 1141730 w 1227981"/>
                  <a:gd name="connsiteY10" fmla="*/ 3068955 h 3068955"/>
                  <a:gd name="connsiteX11" fmla="*/ 0 w 1227981"/>
                  <a:gd name="connsiteY11" fmla="*/ 3068955 h 3068955"/>
                  <a:gd name="connsiteX12" fmla="*/ 0 w 1227981"/>
                  <a:gd name="connsiteY12" fmla="*/ 0 h 3068955"/>
                  <a:gd name="connsiteX0" fmla="*/ 0 w 1145494"/>
                  <a:gd name="connsiteY0" fmla="*/ 0 h 3068955"/>
                  <a:gd name="connsiteX1" fmla="*/ 1141730 w 1145494"/>
                  <a:gd name="connsiteY1" fmla="*/ 0 h 3068955"/>
                  <a:gd name="connsiteX2" fmla="*/ 1141730 w 1145494"/>
                  <a:gd name="connsiteY2" fmla="*/ 345440 h 3068955"/>
                  <a:gd name="connsiteX3" fmla="*/ 913600 w 1145494"/>
                  <a:gd name="connsiteY3" fmla="*/ 345440 h 3068955"/>
                  <a:gd name="connsiteX4" fmla="*/ 913600 w 1145494"/>
                  <a:gd name="connsiteY4" fmla="*/ 1145540 h 3068955"/>
                  <a:gd name="connsiteX5" fmla="*/ 1142218 w 1145494"/>
                  <a:gd name="connsiteY5" fmla="*/ 1145540 h 3068955"/>
                  <a:gd name="connsiteX6" fmla="*/ 1142610 w 1145494"/>
                  <a:gd name="connsiteY6" fmla="*/ 1945640 h 3068955"/>
                  <a:gd name="connsiteX7" fmla="*/ 913600 w 1145494"/>
                  <a:gd name="connsiteY7" fmla="*/ 1945640 h 3068955"/>
                  <a:gd name="connsiteX8" fmla="*/ 913940 w 1145494"/>
                  <a:gd name="connsiteY8" fmla="*/ 2745740 h 3068955"/>
                  <a:gd name="connsiteX9" fmla="*/ 1142337 w 1145494"/>
                  <a:gd name="connsiteY9" fmla="*/ 2745740 h 3068955"/>
                  <a:gd name="connsiteX10" fmla="*/ 1141730 w 1145494"/>
                  <a:gd name="connsiteY10" fmla="*/ 3068955 h 3068955"/>
                  <a:gd name="connsiteX11" fmla="*/ 0 w 1145494"/>
                  <a:gd name="connsiteY11" fmla="*/ 3068955 h 3068955"/>
                  <a:gd name="connsiteX12" fmla="*/ 0 w 1145494"/>
                  <a:gd name="connsiteY12" fmla="*/ 0 h 3068955"/>
                  <a:gd name="connsiteX0" fmla="*/ 0 w 1145494"/>
                  <a:gd name="connsiteY0" fmla="*/ 0 h 3068955"/>
                  <a:gd name="connsiteX1" fmla="*/ 1141730 w 1145494"/>
                  <a:gd name="connsiteY1" fmla="*/ 0 h 3068955"/>
                  <a:gd name="connsiteX2" fmla="*/ 1141730 w 1145494"/>
                  <a:gd name="connsiteY2" fmla="*/ 345440 h 3068955"/>
                  <a:gd name="connsiteX3" fmla="*/ 913600 w 1145494"/>
                  <a:gd name="connsiteY3" fmla="*/ 345440 h 3068955"/>
                  <a:gd name="connsiteX4" fmla="*/ 913600 w 1145494"/>
                  <a:gd name="connsiteY4" fmla="*/ 1145540 h 3068955"/>
                  <a:gd name="connsiteX5" fmla="*/ 1142218 w 1145494"/>
                  <a:gd name="connsiteY5" fmla="*/ 1145540 h 3068955"/>
                  <a:gd name="connsiteX6" fmla="*/ 1142610 w 1145494"/>
                  <a:gd name="connsiteY6" fmla="*/ 1945640 h 3068955"/>
                  <a:gd name="connsiteX7" fmla="*/ 913600 w 1145494"/>
                  <a:gd name="connsiteY7" fmla="*/ 1945640 h 3068955"/>
                  <a:gd name="connsiteX8" fmla="*/ 913940 w 1145494"/>
                  <a:gd name="connsiteY8" fmla="*/ 2745740 h 3068955"/>
                  <a:gd name="connsiteX9" fmla="*/ 1142337 w 1145494"/>
                  <a:gd name="connsiteY9" fmla="*/ 2745740 h 3068955"/>
                  <a:gd name="connsiteX10" fmla="*/ 1141730 w 1145494"/>
                  <a:gd name="connsiteY10" fmla="*/ 3068955 h 3068955"/>
                  <a:gd name="connsiteX11" fmla="*/ 0 w 1145494"/>
                  <a:gd name="connsiteY11" fmla="*/ 3068955 h 3068955"/>
                  <a:gd name="connsiteX12" fmla="*/ 0 w 1145494"/>
                  <a:gd name="connsiteY12" fmla="*/ 0 h 3068955"/>
                  <a:gd name="connsiteX0" fmla="*/ 0 w 1145494"/>
                  <a:gd name="connsiteY0" fmla="*/ 0 h 3068955"/>
                  <a:gd name="connsiteX1" fmla="*/ 1141730 w 1145494"/>
                  <a:gd name="connsiteY1" fmla="*/ 0 h 3068955"/>
                  <a:gd name="connsiteX2" fmla="*/ 1141730 w 1145494"/>
                  <a:gd name="connsiteY2" fmla="*/ 345440 h 3068955"/>
                  <a:gd name="connsiteX3" fmla="*/ 913600 w 1145494"/>
                  <a:gd name="connsiteY3" fmla="*/ 345440 h 3068955"/>
                  <a:gd name="connsiteX4" fmla="*/ 913600 w 1145494"/>
                  <a:gd name="connsiteY4" fmla="*/ 1145540 h 3068955"/>
                  <a:gd name="connsiteX5" fmla="*/ 1142218 w 1145494"/>
                  <a:gd name="connsiteY5" fmla="*/ 1145540 h 3068955"/>
                  <a:gd name="connsiteX6" fmla="*/ 1142610 w 1145494"/>
                  <a:gd name="connsiteY6" fmla="*/ 1945640 h 3068955"/>
                  <a:gd name="connsiteX7" fmla="*/ 913600 w 1145494"/>
                  <a:gd name="connsiteY7" fmla="*/ 1945640 h 3068955"/>
                  <a:gd name="connsiteX8" fmla="*/ 913940 w 1145494"/>
                  <a:gd name="connsiteY8" fmla="*/ 2745740 h 3068955"/>
                  <a:gd name="connsiteX9" fmla="*/ 1142337 w 1145494"/>
                  <a:gd name="connsiteY9" fmla="*/ 2745740 h 3068955"/>
                  <a:gd name="connsiteX10" fmla="*/ 1141730 w 1145494"/>
                  <a:gd name="connsiteY10" fmla="*/ 3068955 h 3068955"/>
                  <a:gd name="connsiteX11" fmla="*/ 0 w 1145494"/>
                  <a:gd name="connsiteY11" fmla="*/ 3068955 h 3068955"/>
                  <a:gd name="connsiteX12" fmla="*/ 0 w 1145494"/>
                  <a:gd name="connsiteY12" fmla="*/ 0 h 3068955"/>
                  <a:gd name="connsiteX0" fmla="*/ 0 w 1145494"/>
                  <a:gd name="connsiteY0" fmla="*/ 0 h 3068955"/>
                  <a:gd name="connsiteX1" fmla="*/ 1141730 w 1145494"/>
                  <a:gd name="connsiteY1" fmla="*/ 0 h 3068955"/>
                  <a:gd name="connsiteX2" fmla="*/ 1141730 w 1145494"/>
                  <a:gd name="connsiteY2" fmla="*/ 345440 h 3068955"/>
                  <a:gd name="connsiteX3" fmla="*/ 913600 w 1145494"/>
                  <a:gd name="connsiteY3" fmla="*/ 345440 h 3068955"/>
                  <a:gd name="connsiteX4" fmla="*/ 913600 w 1145494"/>
                  <a:gd name="connsiteY4" fmla="*/ 1145540 h 3068955"/>
                  <a:gd name="connsiteX5" fmla="*/ 1142218 w 1145494"/>
                  <a:gd name="connsiteY5" fmla="*/ 1145540 h 3068955"/>
                  <a:gd name="connsiteX6" fmla="*/ 1142610 w 1145494"/>
                  <a:gd name="connsiteY6" fmla="*/ 1945640 h 3068955"/>
                  <a:gd name="connsiteX7" fmla="*/ 913600 w 1145494"/>
                  <a:gd name="connsiteY7" fmla="*/ 1945640 h 3068955"/>
                  <a:gd name="connsiteX8" fmla="*/ 913940 w 1145494"/>
                  <a:gd name="connsiteY8" fmla="*/ 2745740 h 3068955"/>
                  <a:gd name="connsiteX9" fmla="*/ 1142337 w 1145494"/>
                  <a:gd name="connsiteY9" fmla="*/ 2745740 h 3068955"/>
                  <a:gd name="connsiteX10" fmla="*/ 1141730 w 1145494"/>
                  <a:gd name="connsiteY10" fmla="*/ 3068955 h 3068955"/>
                  <a:gd name="connsiteX11" fmla="*/ 0 w 1145494"/>
                  <a:gd name="connsiteY11" fmla="*/ 3068955 h 3068955"/>
                  <a:gd name="connsiteX12" fmla="*/ 0 w 1145494"/>
                  <a:gd name="connsiteY12" fmla="*/ 0 h 3068955"/>
                  <a:gd name="connsiteX0" fmla="*/ 0 w 1145494"/>
                  <a:gd name="connsiteY0" fmla="*/ 0 h 3068955"/>
                  <a:gd name="connsiteX1" fmla="*/ 1141730 w 1145494"/>
                  <a:gd name="connsiteY1" fmla="*/ 0 h 3068955"/>
                  <a:gd name="connsiteX2" fmla="*/ 1141730 w 1145494"/>
                  <a:gd name="connsiteY2" fmla="*/ 345440 h 3068955"/>
                  <a:gd name="connsiteX3" fmla="*/ 913600 w 1145494"/>
                  <a:gd name="connsiteY3" fmla="*/ 345440 h 3068955"/>
                  <a:gd name="connsiteX4" fmla="*/ 913600 w 1145494"/>
                  <a:gd name="connsiteY4" fmla="*/ 1145540 h 3068955"/>
                  <a:gd name="connsiteX5" fmla="*/ 1142218 w 1145494"/>
                  <a:gd name="connsiteY5" fmla="*/ 1145540 h 3068955"/>
                  <a:gd name="connsiteX6" fmla="*/ 1142610 w 1145494"/>
                  <a:gd name="connsiteY6" fmla="*/ 1945640 h 3068955"/>
                  <a:gd name="connsiteX7" fmla="*/ 913600 w 1145494"/>
                  <a:gd name="connsiteY7" fmla="*/ 1945640 h 3068955"/>
                  <a:gd name="connsiteX8" fmla="*/ 913940 w 1145494"/>
                  <a:gd name="connsiteY8" fmla="*/ 2745740 h 3068955"/>
                  <a:gd name="connsiteX9" fmla="*/ 1142337 w 1145494"/>
                  <a:gd name="connsiteY9" fmla="*/ 2745740 h 3068955"/>
                  <a:gd name="connsiteX10" fmla="*/ 1141730 w 1145494"/>
                  <a:gd name="connsiteY10" fmla="*/ 3068955 h 3068955"/>
                  <a:gd name="connsiteX11" fmla="*/ 0 w 1145494"/>
                  <a:gd name="connsiteY11" fmla="*/ 3068955 h 3068955"/>
                  <a:gd name="connsiteX12" fmla="*/ 0 w 1145494"/>
                  <a:gd name="connsiteY12" fmla="*/ 0 h 3068955"/>
                  <a:gd name="connsiteX0" fmla="*/ 0 w 1145494"/>
                  <a:gd name="connsiteY0" fmla="*/ 0 h 3068955"/>
                  <a:gd name="connsiteX1" fmla="*/ 1141730 w 1145494"/>
                  <a:gd name="connsiteY1" fmla="*/ 0 h 3068955"/>
                  <a:gd name="connsiteX2" fmla="*/ 1141730 w 1145494"/>
                  <a:gd name="connsiteY2" fmla="*/ 345440 h 3068955"/>
                  <a:gd name="connsiteX3" fmla="*/ 913600 w 1145494"/>
                  <a:gd name="connsiteY3" fmla="*/ 345440 h 3068955"/>
                  <a:gd name="connsiteX4" fmla="*/ 913600 w 1145494"/>
                  <a:gd name="connsiteY4" fmla="*/ 1145540 h 3068955"/>
                  <a:gd name="connsiteX5" fmla="*/ 1142218 w 1145494"/>
                  <a:gd name="connsiteY5" fmla="*/ 1145540 h 3068955"/>
                  <a:gd name="connsiteX6" fmla="*/ 1142610 w 1145494"/>
                  <a:gd name="connsiteY6" fmla="*/ 1945640 h 3068955"/>
                  <a:gd name="connsiteX7" fmla="*/ 913600 w 1145494"/>
                  <a:gd name="connsiteY7" fmla="*/ 1945640 h 3068955"/>
                  <a:gd name="connsiteX8" fmla="*/ 913940 w 1145494"/>
                  <a:gd name="connsiteY8" fmla="*/ 2745740 h 3068955"/>
                  <a:gd name="connsiteX9" fmla="*/ 1142337 w 1145494"/>
                  <a:gd name="connsiteY9" fmla="*/ 2745740 h 3068955"/>
                  <a:gd name="connsiteX10" fmla="*/ 1141730 w 1145494"/>
                  <a:gd name="connsiteY10" fmla="*/ 3068955 h 3068955"/>
                  <a:gd name="connsiteX11" fmla="*/ 0 w 1145494"/>
                  <a:gd name="connsiteY11" fmla="*/ 3068955 h 3068955"/>
                  <a:gd name="connsiteX12" fmla="*/ 0 w 1145494"/>
                  <a:gd name="connsiteY12" fmla="*/ 0 h 3068955"/>
                  <a:gd name="connsiteX0" fmla="*/ 0 w 1356752"/>
                  <a:gd name="connsiteY0" fmla="*/ 0 h 3068955"/>
                  <a:gd name="connsiteX1" fmla="*/ 1141730 w 1356752"/>
                  <a:gd name="connsiteY1" fmla="*/ 0 h 3068955"/>
                  <a:gd name="connsiteX2" fmla="*/ 1141730 w 1356752"/>
                  <a:gd name="connsiteY2" fmla="*/ 345440 h 3068955"/>
                  <a:gd name="connsiteX3" fmla="*/ 913600 w 1356752"/>
                  <a:gd name="connsiteY3" fmla="*/ 345440 h 3068955"/>
                  <a:gd name="connsiteX4" fmla="*/ 913600 w 1356752"/>
                  <a:gd name="connsiteY4" fmla="*/ 1145540 h 3068955"/>
                  <a:gd name="connsiteX5" fmla="*/ 1142218 w 1356752"/>
                  <a:gd name="connsiteY5" fmla="*/ 1145540 h 3068955"/>
                  <a:gd name="connsiteX6" fmla="*/ 1142610 w 1356752"/>
                  <a:gd name="connsiteY6" fmla="*/ 1945640 h 3068955"/>
                  <a:gd name="connsiteX7" fmla="*/ 913600 w 1356752"/>
                  <a:gd name="connsiteY7" fmla="*/ 1945640 h 3068955"/>
                  <a:gd name="connsiteX8" fmla="*/ 913940 w 1356752"/>
                  <a:gd name="connsiteY8" fmla="*/ 2745740 h 3068955"/>
                  <a:gd name="connsiteX9" fmla="*/ 1142337 w 1356752"/>
                  <a:gd name="connsiteY9" fmla="*/ 2745740 h 3068955"/>
                  <a:gd name="connsiteX10" fmla="*/ 1141730 w 1356752"/>
                  <a:gd name="connsiteY10" fmla="*/ 3068955 h 3068955"/>
                  <a:gd name="connsiteX11" fmla="*/ 0 w 1356752"/>
                  <a:gd name="connsiteY11" fmla="*/ 3068955 h 3068955"/>
                  <a:gd name="connsiteX12" fmla="*/ 0 w 1356752"/>
                  <a:gd name="connsiteY12" fmla="*/ 0 h 3068955"/>
                  <a:gd name="connsiteX0" fmla="*/ 0 w 1145494"/>
                  <a:gd name="connsiteY0" fmla="*/ 0 h 3068955"/>
                  <a:gd name="connsiteX1" fmla="*/ 1141730 w 1145494"/>
                  <a:gd name="connsiteY1" fmla="*/ 0 h 3068955"/>
                  <a:gd name="connsiteX2" fmla="*/ 1141730 w 1145494"/>
                  <a:gd name="connsiteY2" fmla="*/ 345440 h 3068955"/>
                  <a:gd name="connsiteX3" fmla="*/ 913600 w 1145494"/>
                  <a:gd name="connsiteY3" fmla="*/ 345440 h 3068955"/>
                  <a:gd name="connsiteX4" fmla="*/ 913600 w 1145494"/>
                  <a:gd name="connsiteY4" fmla="*/ 1145540 h 3068955"/>
                  <a:gd name="connsiteX5" fmla="*/ 1142218 w 1145494"/>
                  <a:gd name="connsiteY5" fmla="*/ 1145540 h 3068955"/>
                  <a:gd name="connsiteX6" fmla="*/ 1142610 w 1145494"/>
                  <a:gd name="connsiteY6" fmla="*/ 1945640 h 3068955"/>
                  <a:gd name="connsiteX7" fmla="*/ 913600 w 1145494"/>
                  <a:gd name="connsiteY7" fmla="*/ 1945640 h 3068955"/>
                  <a:gd name="connsiteX8" fmla="*/ 913940 w 1145494"/>
                  <a:gd name="connsiteY8" fmla="*/ 2745740 h 3068955"/>
                  <a:gd name="connsiteX9" fmla="*/ 1142337 w 1145494"/>
                  <a:gd name="connsiteY9" fmla="*/ 2745740 h 3068955"/>
                  <a:gd name="connsiteX10" fmla="*/ 1141730 w 1145494"/>
                  <a:gd name="connsiteY10" fmla="*/ 3068955 h 3068955"/>
                  <a:gd name="connsiteX11" fmla="*/ 0 w 1145494"/>
                  <a:gd name="connsiteY11" fmla="*/ 3068955 h 3068955"/>
                  <a:gd name="connsiteX12" fmla="*/ 0 w 1145494"/>
                  <a:gd name="connsiteY12" fmla="*/ 0 h 3068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5494" h="3068955">
                    <a:moveTo>
                      <a:pt x="0" y="0"/>
                    </a:moveTo>
                    <a:lnTo>
                      <a:pt x="1141730" y="0"/>
                    </a:lnTo>
                    <a:cubicBezTo>
                      <a:pt x="1140037" y="112607"/>
                      <a:pt x="1143423" y="232833"/>
                      <a:pt x="1141730" y="345440"/>
                    </a:cubicBezTo>
                    <a:lnTo>
                      <a:pt x="913600" y="345440"/>
                    </a:lnTo>
                    <a:cubicBezTo>
                      <a:pt x="916235" y="1291590"/>
                      <a:pt x="916157" y="224367"/>
                      <a:pt x="913600" y="1145540"/>
                    </a:cubicBezTo>
                    <a:cubicBezTo>
                      <a:pt x="1444717" y="1147233"/>
                      <a:pt x="593294" y="1140883"/>
                      <a:pt x="1142218" y="1145540"/>
                    </a:cubicBezTo>
                    <a:cubicBezTo>
                      <a:pt x="1141517" y="1410970"/>
                      <a:pt x="1142691" y="1625071"/>
                      <a:pt x="1142610" y="1945640"/>
                    </a:cubicBezTo>
                    <a:lnTo>
                      <a:pt x="913600" y="1945640"/>
                    </a:lnTo>
                    <a:cubicBezTo>
                      <a:pt x="916149" y="3044190"/>
                      <a:pt x="921561" y="1720427"/>
                      <a:pt x="913940" y="2745740"/>
                    </a:cubicBezTo>
                    <a:lnTo>
                      <a:pt x="1142337" y="2745740"/>
                    </a:lnTo>
                    <a:cubicBezTo>
                      <a:pt x="1142168" y="2818236"/>
                      <a:pt x="1149920" y="2456286"/>
                      <a:pt x="1141730" y="3068955"/>
                    </a:cubicBezTo>
                    <a:lnTo>
                      <a:pt x="0" y="3068955"/>
                    </a:lnTo>
                    <a:lnTo>
                      <a:pt x="0" y="0"/>
                    </a:lnTo>
                    <a:close/>
                  </a:path>
                </a:pathLst>
              </a:custGeom>
              <a:solidFill>
                <a:srgbClr val="847C6F"/>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Slum population heatmaps </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to visually represent areas </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with high slum population </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using real-time and historical </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data</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Land suitability and opportunity maps to identify viable plots for development based on slum data, government incentives and infrastructure</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Neighbourhood stability </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index to rate areas based on proximity to slums, </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development plans and </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future risk assessments</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p:txBody>
          </p:sp>
          <p:sp>
            <p:nvSpPr>
              <p:cNvPr id="71" name="Rectangle 4">
                <a:extLst>
                  <a:ext uri="{FF2B5EF4-FFF2-40B4-BE49-F238E27FC236}">
                    <a16:creationId xmlns:a16="http://schemas.microsoft.com/office/drawing/2014/main" id="{B17A2E45-FE5E-4B7F-6D31-BAB0ED94A5FF}"/>
                  </a:ext>
                </a:extLst>
              </p:cNvPr>
              <p:cNvSpPr/>
              <p:nvPr/>
            </p:nvSpPr>
            <p:spPr>
              <a:xfrm>
                <a:off x="4372156" y="2975415"/>
                <a:ext cx="1145540" cy="1452006"/>
              </a:xfrm>
              <a:custGeom>
                <a:avLst/>
                <a:gdLst>
                  <a:gd name="connsiteX0" fmla="*/ 0 w 1027430"/>
                  <a:gd name="connsiteY0" fmla="*/ 0 h 1485900"/>
                  <a:gd name="connsiteX1" fmla="*/ 1027430 w 1027430"/>
                  <a:gd name="connsiteY1" fmla="*/ 0 h 1485900"/>
                  <a:gd name="connsiteX2" fmla="*/ 1027430 w 1027430"/>
                  <a:gd name="connsiteY2" fmla="*/ 1485900 h 1485900"/>
                  <a:gd name="connsiteX3" fmla="*/ 0 w 1027430"/>
                  <a:gd name="connsiteY3" fmla="*/ 1485900 h 1485900"/>
                  <a:gd name="connsiteX4" fmla="*/ 0 w 1027430"/>
                  <a:gd name="connsiteY4" fmla="*/ 0 h 1485900"/>
                  <a:gd name="connsiteX0" fmla="*/ 535 w 1027965"/>
                  <a:gd name="connsiteY0" fmla="*/ 0 h 1485900"/>
                  <a:gd name="connsiteX1" fmla="*/ 1027965 w 1027965"/>
                  <a:gd name="connsiteY1" fmla="*/ 0 h 1485900"/>
                  <a:gd name="connsiteX2" fmla="*/ 1027965 w 1027965"/>
                  <a:gd name="connsiteY2" fmla="*/ 1485900 h 1485900"/>
                  <a:gd name="connsiteX3" fmla="*/ 535 w 1027965"/>
                  <a:gd name="connsiteY3" fmla="*/ 1485900 h 1485900"/>
                  <a:gd name="connsiteX4" fmla="*/ 535 w 1027965"/>
                  <a:gd name="connsiteY4" fmla="*/ 470682 h 1485900"/>
                  <a:gd name="connsiteX5" fmla="*/ 535 w 1027965"/>
                  <a:gd name="connsiteY5" fmla="*/ 0 h 1485900"/>
                  <a:gd name="connsiteX0" fmla="*/ 76697 w 1104127"/>
                  <a:gd name="connsiteY0" fmla="*/ 0 h 1485900"/>
                  <a:gd name="connsiteX1" fmla="*/ 1104127 w 1104127"/>
                  <a:gd name="connsiteY1" fmla="*/ 0 h 1485900"/>
                  <a:gd name="connsiteX2" fmla="*/ 1104127 w 1104127"/>
                  <a:gd name="connsiteY2" fmla="*/ 1485900 h 1485900"/>
                  <a:gd name="connsiteX3" fmla="*/ 76697 w 1104127"/>
                  <a:gd name="connsiteY3" fmla="*/ 1485900 h 1485900"/>
                  <a:gd name="connsiteX4" fmla="*/ 76162 w 1104127"/>
                  <a:gd name="connsiteY4" fmla="*/ 1042182 h 1485900"/>
                  <a:gd name="connsiteX5" fmla="*/ 76697 w 1104127"/>
                  <a:gd name="connsiteY5" fmla="*/ 470682 h 1485900"/>
                  <a:gd name="connsiteX6" fmla="*/ 76697 w 1104127"/>
                  <a:gd name="connsiteY6" fmla="*/ 0 h 1485900"/>
                  <a:gd name="connsiteX0" fmla="*/ 232481 w 1259911"/>
                  <a:gd name="connsiteY0" fmla="*/ 0 h 1485900"/>
                  <a:gd name="connsiteX1" fmla="*/ 1259911 w 1259911"/>
                  <a:gd name="connsiteY1" fmla="*/ 0 h 1485900"/>
                  <a:gd name="connsiteX2" fmla="*/ 1259911 w 1259911"/>
                  <a:gd name="connsiteY2" fmla="*/ 1485900 h 1485900"/>
                  <a:gd name="connsiteX3" fmla="*/ 232481 w 1259911"/>
                  <a:gd name="connsiteY3" fmla="*/ 1485900 h 1485900"/>
                  <a:gd name="connsiteX4" fmla="*/ 231946 w 1259911"/>
                  <a:gd name="connsiteY4" fmla="*/ 1042182 h 1485900"/>
                  <a:gd name="connsiteX5" fmla="*/ 0 w 1259911"/>
                  <a:gd name="connsiteY5" fmla="*/ 470682 h 1485900"/>
                  <a:gd name="connsiteX6" fmla="*/ 232481 w 1259911"/>
                  <a:gd name="connsiteY6" fmla="*/ 470682 h 1485900"/>
                  <a:gd name="connsiteX7" fmla="*/ 232481 w 1259911"/>
                  <a:gd name="connsiteY7" fmla="*/ 0 h 1485900"/>
                  <a:gd name="connsiteX0" fmla="*/ 252736 w 1280166"/>
                  <a:gd name="connsiteY0" fmla="*/ 0 h 1485900"/>
                  <a:gd name="connsiteX1" fmla="*/ 1280166 w 1280166"/>
                  <a:gd name="connsiteY1" fmla="*/ 0 h 1485900"/>
                  <a:gd name="connsiteX2" fmla="*/ 1280166 w 1280166"/>
                  <a:gd name="connsiteY2" fmla="*/ 1485900 h 1485900"/>
                  <a:gd name="connsiteX3" fmla="*/ 252736 w 1280166"/>
                  <a:gd name="connsiteY3" fmla="*/ 1485900 h 1485900"/>
                  <a:gd name="connsiteX4" fmla="*/ 252201 w 1280166"/>
                  <a:gd name="connsiteY4" fmla="*/ 1042182 h 1485900"/>
                  <a:gd name="connsiteX5" fmla="*/ 20255 w 1280166"/>
                  <a:gd name="connsiteY5" fmla="*/ 1042182 h 1485900"/>
                  <a:gd name="connsiteX6" fmla="*/ 20255 w 1280166"/>
                  <a:gd name="connsiteY6" fmla="*/ 470682 h 1485900"/>
                  <a:gd name="connsiteX7" fmla="*/ 252736 w 1280166"/>
                  <a:gd name="connsiteY7" fmla="*/ 470682 h 1485900"/>
                  <a:gd name="connsiteX8" fmla="*/ 252736 w 1280166"/>
                  <a:gd name="connsiteY8" fmla="*/ 0 h 1485900"/>
                  <a:gd name="connsiteX0" fmla="*/ 252736 w 1280166"/>
                  <a:gd name="connsiteY0" fmla="*/ 0 h 1485900"/>
                  <a:gd name="connsiteX1" fmla="*/ 1280166 w 1280166"/>
                  <a:gd name="connsiteY1" fmla="*/ 0 h 1485900"/>
                  <a:gd name="connsiteX2" fmla="*/ 1280166 w 1280166"/>
                  <a:gd name="connsiteY2" fmla="*/ 1485900 h 1485900"/>
                  <a:gd name="connsiteX3" fmla="*/ 252736 w 1280166"/>
                  <a:gd name="connsiteY3" fmla="*/ 1485900 h 1485900"/>
                  <a:gd name="connsiteX4" fmla="*/ 252201 w 1280166"/>
                  <a:gd name="connsiteY4" fmla="*/ 1042182 h 1485900"/>
                  <a:gd name="connsiteX5" fmla="*/ 20255 w 1280166"/>
                  <a:gd name="connsiteY5" fmla="*/ 1042182 h 1485900"/>
                  <a:gd name="connsiteX6" fmla="*/ 20255 w 1280166"/>
                  <a:gd name="connsiteY6" fmla="*/ 470682 h 1485900"/>
                  <a:gd name="connsiteX7" fmla="*/ 252736 w 1280166"/>
                  <a:gd name="connsiteY7" fmla="*/ 470682 h 1485900"/>
                  <a:gd name="connsiteX8" fmla="*/ 252736 w 1280166"/>
                  <a:gd name="connsiteY8" fmla="*/ 0 h 1485900"/>
                  <a:gd name="connsiteX0" fmla="*/ 298333 w 1325763"/>
                  <a:gd name="connsiteY0" fmla="*/ 0 h 1485900"/>
                  <a:gd name="connsiteX1" fmla="*/ 1325763 w 1325763"/>
                  <a:gd name="connsiteY1" fmla="*/ 0 h 1485900"/>
                  <a:gd name="connsiteX2" fmla="*/ 1325763 w 1325763"/>
                  <a:gd name="connsiteY2" fmla="*/ 1485900 h 1485900"/>
                  <a:gd name="connsiteX3" fmla="*/ 298333 w 1325763"/>
                  <a:gd name="connsiteY3" fmla="*/ 1485900 h 1485900"/>
                  <a:gd name="connsiteX4" fmla="*/ 297798 w 1325763"/>
                  <a:gd name="connsiteY4" fmla="*/ 1042182 h 1485900"/>
                  <a:gd name="connsiteX5" fmla="*/ 65852 w 1325763"/>
                  <a:gd name="connsiteY5" fmla="*/ 1042182 h 1485900"/>
                  <a:gd name="connsiteX6" fmla="*/ 65852 w 1325763"/>
                  <a:gd name="connsiteY6" fmla="*/ 470682 h 1485900"/>
                  <a:gd name="connsiteX7" fmla="*/ 298333 w 1325763"/>
                  <a:gd name="connsiteY7" fmla="*/ 470682 h 1485900"/>
                  <a:gd name="connsiteX8" fmla="*/ 298333 w 1325763"/>
                  <a:gd name="connsiteY8" fmla="*/ 0 h 1485900"/>
                  <a:gd name="connsiteX0" fmla="*/ 252737 w 1280167"/>
                  <a:gd name="connsiteY0" fmla="*/ 0 h 1485900"/>
                  <a:gd name="connsiteX1" fmla="*/ 1280167 w 1280167"/>
                  <a:gd name="connsiteY1" fmla="*/ 0 h 1485900"/>
                  <a:gd name="connsiteX2" fmla="*/ 1280167 w 1280167"/>
                  <a:gd name="connsiteY2" fmla="*/ 1485900 h 1485900"/>
                  <a:gd name="connsiteX3" fmla="*/ 252737 w 1280167"/>
                  <a:gd name="connsiteY3" fmla="*/ 1485900 h 1485900"/>
                  <a:gd name="connsiteX4" fmla="*/ 252202 w 1280167"/>
                  <a:gd name="connsiteY4" fmla="*/ 1042182 h 1485900"/>
                  <a:gd name="connsiteX5" fmla="*/ 20256 w 1280167"/>
                  <a:gd name="connsiteY5" fmla="*/ 1042182 h 1485900"/>
                  <a:gd name="connsiteX6" fmla="*/ 20256 w 1280167"/>
                  <a:gd name="connsiteY6" fmla="*/ 470682 h 1485900"/>
                  <a:gd name="connsiteX7" fmla="*/ 252737 w 1280167"/>
                  <a:gd name="connsiteY7" fmla="*/ 470682 h 1485900"/>
                  <a:gd name="connsiteX8" fmla="*/ 252737 w 1280167"/>
                  <a:gd name="connsiteY8" fmla="*/ 0 h 1485900"/>
                  <a:gd name="connsiteX0" fmla="*/ 237236 w 1264666"/>
                  <a:gd name="connsiteY0" fmla="*/ 0 h 1485900"/>
                  <a:gd name="connsiteX1" fmla="*/ 1264666 w 1264666"/>
                  <a:gd name="connsiteY1" fmla="*/ 0 h 1485900"/>
                  <a:gd name="connsiteX2" fmla="*/ 1264666 w 1264666"/>
                  <a:gd name="connsiteY2" fmla="*/ 1485900 h 1485900"/>
                  <a:gd name="connsiteX3" fmla="*/ 237236 w 1264666"/>
                  <a:gd name="connsiteY3" fmla="*/ 1485900 h 1485900"/>
                  <a:gd name="connsiteX4" fmla="*/ 236701 w 1264666"/>
                  <a:gd name="connsiteY4" fmla="*/ 1042182 h 1485900"/>
                  <a:gd name="connsiteX5" fmla="*/ 4755 w 1264666"/>
                  <a:gd name="connsiteY5" fmla="*/ 1042182 h 1485900"/>
                  <a:gd name="connsiteX6" fmla="*/ 4755 w 1264666"/>
                  <a:gd name="connsiteY6" fmla="*/ 470682 h 1485900"/>
                  <a:gd name="connsiteX7" fmla="*/ 237236 w 1264666"/>
                  <a:gd name="connsiteY7" fmla="*/ 470682 h 1485900"/>
                  <a:gd name="connsiteX8" fmla="*/ 237236 w 1264666"/>
                  <a:gd name="connsiteY8" fmla="*/ 0 h 1485900"/>
                  <a:gd name="connsiteX0" fmla="*/ 232481 w 1259911"/>
                  <a:gd name="connsiteY0" fmla="*/ 0 h 1485900"/>
                  <a:gd name="connsiteX1" fmla="*/ 1259911 w 1259911"/>
                  <a:gd name="connsiteY1" fmla="*/ 0 h 1485900"/>
                  <a:gd name="connsiteX2" fmla="*/ 1259911 w 1259911"/>
                  <a:gd name="connsiteY2" fmla="*/ 1485900 h 1485900"/>
                  <a:gd name="connsiteX3" fmla="*/ 232481 w 1259911"/>
                  <a:gd name="connsiteY3" fmla="*/ 1485900 h 1485900"/>
                  <a:gd name="connsiteX4" fmla="*/ 231946 w 1259911"/>
                  <a:gd name="connsiteY4" fmla="*/ 1042182 h 1485900"/>
                  <a:gd name="connsiteX5" fmla="*/ 0 w 1259911"/>
                  <a:gd name="connsiteY5" fmla="*/ 1042182 h 1485900"/>
                  <a:gd name="connsiteX6" fmla="*/ 0 w 1259911"/>
                  <a:gd name="connsiteY6" fmla="*/ 470682 h 1485900"/>
                  <a:gd name="connsiteX7" fmla="*/ 232481 w 1259911"/>
                  <a:gd name="connsiteY7" fmla="*/ 470682 h 1485900"/>
                  <a:gd name="connsiteX8" fmla="*/ 232481 w 1259911"/>
                  <a:gd name="connsiteY8" fmla="*/ 0 h 1485900"/>
                  <a:gd name="connsiteX0" fmla="*/ 232481 w 1259911"/>
                  <a:gd name="connsiteY0" fmla="*/ 0 h 1485900"/>
                  <a:gd name="connsiteX1" fmla="*/ 1259911 w 1259911"/>
                  <a:gd name="connsiteY1" fmla="*/ 0 h 1485900"/>
                  <a:gd name="connsiteX2" fmla="*/ 1259911 w 1259911"/>
                  <a:gd name="connsiteY2" fmla="*/ 1485900 h 1485900"/>
                  <a:gd name="connsiteX3" fmla="*/ 232481 w 1259911"/>
                  <a:gd name="connsiteY3" fmla="*/ 1485900 h 1485900"/>
                  <a:gd name="connsiteX4" fmla="*/ 231946 w 1259911"/>
                  <a:gd name="connsiteY4" fmla="*/ 1042182 h 1485900"/>
                  <a:gd name="connsiteX5" fmla="*/ 0 w 1259911"/>
                  <a:gd name="connsiteY5" fmla="*/ 1042182 h 1485900"/>
                  <a:gd name="connsiteX6" fmla="*/ 0 w 1259911"/>
                  <a:gd name="connsiteY6" fmla="*/ 470682 h 1485900"/>
                  <a:gd name="connsiteX7" fmla="*/ 232481 w 1259911"/>
                  <a:gd name="connsiteY7" fmla="*/ 470682 h 1485900"/>
                  <a:gd name="connsiteX8" fmla="*/ 232481 w 1259911"/>
                  <a:gd name="connsiteY8" fmla="*/ 0 h 1485900"/>
                  <a:gd name="connsiteX0" fmla="*/ 232481 w 1259911"/>
                  <a:gd name="connsiteY0" fmla="*/ 0 h 1485900"/>
                  <a:gd name="connsiteX1" fmla="*/ 1259911 w 1259911"/>
                  <a:gd name="connsiteY1" fmla="*/ 0 h 1485900"/>
                  <a:gd name="connsiteX2" fmla="*/ 1259911 w 1259911"/>
                  <a:gd name="connsiteY2" fmla="*/ 1485900 h 1485900"/>
                  <a:gd name="connsiteX3" fmla="*/ 232481 w 1259911"/>
                  <a:gd name="connsiteY3" fmla="*/ 1485900 h 1485900"/>
                  <a:gd name="connsiteX4" fmla="*/ 231946 w 1259911"/>
                  <a:gd name="connsiteY4" fmla="*/ 1042182 h 1485900"/>
                  <a:gd name="connsiteX5" fmla="*/ 0 w 1259911"/>
                  <a:gd name="connsiteY5" fmla="*/ 1042182 h 1485900"/>
                  <a:gd name="connsiteX6" fmla="*/ 0 w 1259911"/>
                  <a:gd name="connsiteY6" fmla="*/ 470682 h 1485900"/>
                  <a:gd name="connsiteX7" fmla="*/ 232481 w 1259911"/>
                  <a:gd name="connsiteY7" fmla="*/ 470682 h 1485900"/>
                  <a:gd name="connsiteX8" fmla="*/ 232481 w 1259911"/>
                  <a:gd name="connsiteY8" fmla="*/ 0 h 1485900"/>
                  <a:gd name="connsiteX0" fmla="*/ 232481 w 1259911"/>
                  <a:gd name="connsiteY0" fmla="*/ 0 h 1485900"/>
                  <a:gd name="connsiteX1" fmla="*/ 1259911 w 1259911"/>
                  <a:gd name="connsiteY1" fmla="*/ 0 h 1485900"/>
                  <a:gd name="connsiteX2" fmla="*/ 1259911 w 1259911"/>
                  <a:gd name="connsiteY2" fmla="*/ 1485900 h 1485900"/>
                  <a:gd name="connsiteX3" fmla="*/ 232481 w 1259911"/>
                  <a:gd name="connsiteY3" fmla="*/ 1485900 h 1485900"/>
                  <a:gd name="connsiteX4" fmla="*/ 231946 w 1259911"/>
                  <a:gd name="connsiteY4" fmla="*/ 1042182 h 1485900"/>
                  <a:gd name="connsiteX5" fmla="*/ 0 w 1259911"/>
                  <a:gd name="connsiteY5" fmla="*/ 1042182 h 1485900"/>
                  <a:gd name="connsiteX6" fmla="*/ 0 w 1259911"/>
                  <a:gd name="connsiteY6" fmla="*/ 470682 h 1485900"/>
                  <a:gd name="connsiteX7" fmla="*/ 232481 w 1259911"/>
                  <a:gd name="connsiteY7" fmla="*/ 470682 h 1485900"/>
                  <a:gd name="connsiteX8" fmla="*/ 232481 w 1259911"/>
                  <a:gd name="connsiteY8" fmla="*/ 0 h 1485900"/>
                  <a:gd name="connsiteX0" fmla="*/ 232481 w 1259911"/>
                  <a:gd name="connsiteY0" fmla="*/ 0 h 1485900"/>
                  <a:gd name="connsiteX1" fmla="*/ 1259911 w 1259911"/>
                  <a:gd name="connsiteY1" fmla="*/ 0 h 1485900"/>
                  <a:gd name="connsiteX2" fmla="*/ 1259911 w 1259911"/>
                  <a:gd name="connsiteY2" fmla="*/ 1485900 h 1485900"/>
                  <a:gd name="connsiteX3" fmla="*/ 232481 w 1259911"/>
                  <a:gd name="connsiteY3" fmla="*/ 1485900 h 1485900"/>
                  <a:gd name="connsiteX4" fmla="*/ 231946 w 1259911"/>
                  <a:gd name="connsiteY4" fmla="*/ 1042182 h 1485900"/>
                  <a:gd name="connsiteX5" fmla="*/ 0 w 1259911"/>
                  <a:gd name="connsiteY5" fmla="*/ 1042182 h 1485900"/>
                  <a:gd name="connsiteX6" fmla="*/ 0 w 1259911"/>
                  <a:gd name="connsiteY6" fmla="*/ 470682 h 1485900"/>
                  <a:gd name="connsiteX7" fmla="*/ 232481 w 1259911"/>
                  <a:gd name="connsiteY7" fmla="*/ 470682 h 1485900"/>
                  <a:gd name="connsiteX8" fmla="*/ 232481 w 1259911"/>
                  <a:gd name="connsiteY8" fmla="*/ 0 h 148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9911" h="1485900">
                    <a:moveTo>
                      <a:pt x="232481" y="0"/>
                    </a:moveTo>
                    <a:lnTo>
                      <a:pt x="1259911" y="0"/>
                    </a:lnTo>
                    <a:lnTo>
                      <a:pt x="1259911" y="1485900"/>
                    </a:lnTo>
                    <a:lnTo>
                      <a:pt x="232481" y="1485900"/>
                    </a:lnTo>
                    <a:cubicBezTo>
                      <a:pt x="238597" y="728590"/>
                      <a:pt x="227253" y="1713132"/>
                      <a:pt x="231946" y="1042182"/>
                    </a:cubicBezTo>
                    <a:cubicBezTo>
                      <a:pt x="-287302" y="1046090"/>
                      <a:pt x="522069" y="1038958"/>
                      <a:pt x="0" y="1042182"/>
                    </a:cubicBezTo>
                    <a:cubicBezTo>
                      <a:pt x="3587" y="243547"/>
                      <a:pt x="1773" y="1337798"/>
                      <a:pt x="0" y="470682"/>
                    </a:cubicBezTo>
                    <a:lnTo>
                      <a:pt x="232481" y="470682"/>
                    </a:lnTo>
                    <a:lnTo>
                      <a:pt x="232481" y="0"/>
                    </a:lnTo>
                    <a:close/>
                  </a:path>
                </a:pathLst>
              </a:custGeom>
              <a:solidFill>
                <a:schemeClr val="bg1">
                  <a:lumMod val="65000"/>
                </a:schemeClr>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AI and big data infrastructure</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Platform</a:t>
                </a:r>
              </a:p>
              <a:p>
                <a:pPr marL="0" marR="0" lvl="0" indent="0" algn="ctr" defTabSz="914400" eaLnBrk="1" fontAlgn="auto" latinLnBrk="0" hangingPunct="1">
                  <a:lnSpc>
                    <a:spcPct val="100000"/>
                  </a:lnSpc>
                  <a:spcBef>
                    <a:spcPts val="0"/>
                  </a:spcBef>
                  <a:spcAft>
                    <a:spcPts val="0"/>
                  </a:spcAft>
                  <a:buClrTx/>
                  <a:buSzTx/>
                  <a:buFontTx/>
                  <a:buNone/>
                  <a:tabLst/>
                  <a:defRPr/>
                </a:pPr>
                <a:endPar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rPr>
                  <a:t>Mainstream e</a:t>
                </a: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vents</a:t>
                </a:r>
              </a:p>
            </p:txBody>
          </p:sp>
          <p:sp>
            <p:nvSpPr>
              <p:cNvPr id="72" name="Rectangle 4">
                <a:extLst>
                  <a:ext uri="{FF2B5EF4-FFF2-40B4-BE49-F238E27FC236}">
                    <a16:creationId xmlns:a16="http://schemas.microsoft.com/office/drawing/2014/main" id="{B63881D9-C98B-7060-078E-2C138DBF85B6}"/>
                  </a:ext>
                </a:extLst>
              </p:cNvPr>
              <p:cNvSpPr/>
              <p:nvPr/>
            </p:nvSpPr>
            <p:spPr>
              <a:xfrm>
                <a:off x="6651806" y="2975415"/>
                <a:ext cx="1379468" cy="1452006"/>
              </a:xfrm>
              <a:custGeom>
                <a:avLst/>
                <a:gdLst>
                  <a:gd name="connsiteX0" fmla="*/ 0 w 1027430"/>
                  <a:gd name="connsiteY0" fmla="*/ 0 h 1485900"/>
                  <a:gd name="connsiteX1" fmla="*/ 1027430 w 1027430"/>
                  <a:gd name="connsiteY1" fmla="*/ 0 h 1485900"/>
                  <a:gd name="connsiteX2" fmla="*/ 1027430 w 1027430"/>
                  <a:gd name="connsiteY2" fmla="*/ 1485900 h 1485900"/>
                  <a:gd name="connsiteX3" fmla="*/ 0 w 1027430"/>
                  <a:gd name="connsiteY3" fmla="*/ 1485900 h 1485900"/>
                  <a:gd name="connsiteX4" fmla="*/ 0 w 1027430"/>
                  <a:gd name="connsiteY4" fmla="*/ 0 h 1485900"/>
                  <a:gd name="connsiteX0" fmla="*/ 3810 w 1031240"/>
                  <a:gd name="connsiteY0" fmla="*/ 0 h 1485900"/>
                  <a:gd name="connsiteX1" fmla="*/ 1031240 w 1031240"/>
                  <a:gd name="connsiteY1" fmla="*/ 0 h 1485900"/>
                  <a:gd name="connsiteX2" fmla="*/ 1031240 w 1031240"/>
                  <a:gd name="connsiteY2" fmla="*/ 1485900 h 1485900"/>
                  <a:gd name="connsiteX3" fmla="*/ 3810 w 1031240"/>
                  <a:gd name="connsiteY3" fmla="*/ 1485900 h 1485900"/>
                  <a:gd name="connsiteX4" fmla="*/ 0 w 1031240"/>
                  <a:gd name="connsiteY4" fmla="*/ 459740 h 1485900"/>
                  <a:gd name="connsiteX5" fmla="*/ 3810 w 1031240"/>
                  <a:gd name="connsiteY5" fmla="*/ 0 h 1485900"/>
                  <a:gd name="connsiteX0" fmla="*/ 77338 w 1104768"/>
                  <a:gd name="connsiteY0" fmla="*/ 0 h 1485900"/>
                  <a:gd name="connsiteX1" fmla="*/ 1104768 w 1104768"/>
                  <a:gd name="connsiteY1" fmla="*/ 0 h 1485900"/>
                  <a:gd name="connsiteX2" fmla="*/ 1104768 w 1104768"/>
                  <a:gd name="connsiteY2" fmla="*/ 1485900 h 1485900"/>
                  <a:gd name="connsiteX3" fmla="*/ 77338 w 1104768"/>
                  <a:gd name="connsiteY3" fmla="*/ 1485900 h 1485900"/>
                  <a:gd name="connsiteX4" fmla="*/ 73528 w 1104768"/>
                  <a:gd name="connsiteY4" fmla="*/ 1031240 h 1485900"/>
                  <a:gd name="connsiteX5" fmla="*/ 73528 w 1104768"/>
                  <a:gd name="connsiteY5" fmla="*/ 459740 h 1485900"/>
                  <a:gd name="connsiteX6" fmla="*/ 77338 w 1104768"/>
                  <a:gd name="connsiteY6"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0 w 1261049"/>
                  <a:gd name="connsiteY5" fmla="*/ 459740 h 1485900"/>
                  <a:gd name="connsiteX6" fmla="*/ 229809 w 1261049"/>
                  <a:gd name="connsiteY6" fmla="*/ 459740 h 1485900"/>
                  <a:gd name="connsiteX7" fmla="*/ 233619 w 1261049"/>
                  <a:gd name="connsiteY7" fmla="*/ 0 h 1485900"/>
                  <a:gd name="connsiteX0" fmla="*/ 251925 w 1279355"/>
                  <a:gd name="connsiteY0" fmla="*/ 0 h 1485900"/>
                  <a:gd name="connsiteX1" fmla="*/ 1279355 w 1279355"/>
                  <a:gd name="connsiteY1" fmla="*/ 0 h 1485900"/>
                  <a:gd name="connsiteX2" fmla="*/ 1279355 w 1279355"/>
                  <a:gd name="connsiteY2" fmla="*/ 1485900 h 1485900"/>
                  <a:gd name="connsiteX3" fmla="*/ 251925 w 1279355"/>
                  <a:gd name="connsiteY3" fmla="*/ 1485900 h 1485900"/>
                  <a:gd name="connsiteX4" fmla="*/ 248115 w 1279355"/>
                  <a:gd name="connsiteY4" fmla="*/ 1031240 h 1485900"/>
                  <a:gd name="connsiteX5" fmla="*/ 19577 w 1279355"/>
                  <a:gd name="connsiteY5" fmla="*/ 1031240 h 1485900"/>
                  <a:gd name="connsiteX6" fmla="*/ 18306 w 1279355"/>
                  <a:gd name="connsiteY6" fmla="*/ 459740 h 1485900"/>
                  <a:gd name="connsiteX7" fmla="*/ 248115 w 1279355"/>
                  <a:gd name="connsiteY7" fmla="*/ 459740 h 1485900"/>
                  <a:gd name="connsiteX8" fmla="*/ 251925 w 1279355"/>
                  <a:gd name="connsiteY8" fmla="*/ 0 h 1485900"/>
                  <a:gd name="connsiteX0" fmla="*/ 251925 w 1279355"/>
                  <a:gd name="connsiteY0" fmla="*/ 0 h 1485900"/>
                  <a:gd name="connsiteX1" fmla="*/ 1279355 w 1279355"/>
                  <a:gd name="connsiteY1" fmla="*/ 0 h 1485900"/>
                  <a:gd name="connsiteX2" fmla="*/ 1279355 w 1279355"/>
                  <a:gd name="connsiteY2" fmla="*/ 1485900 h 1485900"/>
                  <a:gd name="connsiteX3" fmla="*/ 251925 w 1279355"/>
                  <a:gd name="connsiteY3" fmla="*/ 1485900 h 1485900"/>
                  <a:gd name="connsiteX4" fmla="*/ 248115 w 1279355"/>
                  <a:gd name="connsiteY4" fmla="*/ 1031240 h 1485900"/>
                  <a:gd name="connsiteX5" fmla="*/ 19577 w 1279355"/>
                  <a:gd name="connsiteY5" fmla="*/ 1031240 h 1485900"/>
                  <a:gd name="connsiteX6" fmla="*/ 18306 w 1279355"/>
                  <a:gd name="connsiteY6" fmla="*/ 459740 h 1485900"/>
                  <a:gd name="connsiteX7" fmla="*/ 248115 w 1279355"/>
                  <a:gd name="connsiteY7" fmla="*/ 459740 h 1485900"/>
                  <a:gd name="connsiteX8" fmla="*/ 251925 w 1279355"/>
                  <a:gd name="connsiteY8" fmla="*/ 0 h 1485900"/>
                  <a:gd name="connsiteX0" fmla="*/ 335311 w 1362741"/>
                  <a:gd name="connsiteY0" fmla="*/ 0 h 1485900"/>
                  <a:gd name="connsiteX1" fmla="*/ 1362741 w 1362741"/>
                  <a:gd name="connsiteY1" fmla="*/ 0 h 1485900"/>
                  <a:gd name="connsiteX2" fmla="*/ 1362741 w 1362741"/>
                  <a:gd name="connsiteY2" fmla="*/ 1485900 h 1485900"/>
                  <a:gd name="connsiteX3" fmla="*/ 335311 w 1362741"/>
                  <a:gd name="connsiteY3" fmla="*/ 1485900 h 1485900"/>
                  <a:gd name="connsiteX4" fmla="*/ 331501 w 1362741"/>
                  <a:gd name="connsiteY4" fmla="*/ 1031240 h 1485900"/>
                  <a:gd name="connsiteX5" fmla="*/ 102963 w 1362741"/>
                  <a:gd name="connsiteY5" fmla="*/ 1031240 h 1485900"/>
                  <a:gd name="connsiteX6" fmla="*/ 101692 w 1362741"/>
                  <a:gd name="connsiteY6" fmla="*/ 459740 h 1485900"/>
                  <a:gd name="connsiteX7" fmla="*/ 331501 w 1362741"/>
                  <a:gd name="connsiteY7" fmla="*/ 459740 h 1485900"/>
                  <a:gd name="connsiteX8" fmla="*/ 335311 w 1362741"/>
                  <a:gd name="connsiteY8" fmla="*/ 0 h 1485900"/>
                  <a:gd name="connsiteX0" fmla="*/ 251926 w 1279356"/>
                  <a:gd name="connsiteY0" fmla="*/ 0 h 1485900"/>
                  <a:gd name="connsiteX1" fmla="*/ 1279356 w 1279356"/>
                  <a:gd name="connsiteY1" fmla="*/ 0 h 1485900"/>
                  <a:gd name="connsiteX2" fmla="*/ 1279356 w 1279356"/>
                  <a:gd name="connsiteY2" fmla="*/ 1485900 h 1485900"/>
                  <a:gd name="connsiteX3" fmla="*/ 251926 w 1279356"/>
                  <a:gd name="connsiteY3" fmla="*/ 1485900 h 1485900"/>
                  <a:gd name="connsiteX4" fmla="*/ 248116 w 1279356"/>
                  <a:gd name="connsiteY4" fmla="*/ 1031240 h 1485900"/>
                  <a:gd name="connsiteX5" fmla="*/ 19578 w 1279356"/>
                  <a:gd name="connsiteY5" fmla="*/ 1031240 h 1485900"/>
                  <a:gd name="connsiteX6" fmla="*/ 18307 w 1279356"/>
                  <a:gd name="connsiteY6" fmla="*/ 459740 h 1485900"/>
                  <a:gd name="connsiteX7" fmla="*/ 248116 w 1279356"/>
                  <a:gd name="connsiteY7" fmla="*/ 459740 h 1485900"/>
                  <a:gd name="connsiteX8" fmla="*/ 251926 w 1279356"/>
                  <a:gd name="connsiteY8" fmla="*/ 0 h 1485900"/>
                  <a:gd name="connsiteX0" fmla="*/ 236843 w 1264273"/>
                  <a:gd name="connsiteY0" fmla="*/ 0 h 1485900"/>
                  <a:gd name="connsiteX1" fmla="*/ 1264273 w 1264273"/>
                  <a:gd name="connsiteY1" fmla="*/ 0 h 1485900"/>
                  <a:gd name="connsiteX2" fmla="*/ 1264273 w 1264273"/>
                  <a:gd name="connsiteY2" fmla="*/ 1485900 h 1485900"/>
                  <a:gd name="connsiteX3" fmla="*/ 236843 w 1264273"/>
                  <a:gd name="connsiteY3" fmla="*/ 1485900 h 1485900"/>
                  <a:gd name="connsiteX4" fmla="*/ 233033 w 1264273"/>
                  <a:gd name="connsiteY4" fmla="*/ 1031240 h 1485900"/>
                  <a:gd name="connsiteX5" fmla="*/ 4495 w 1264273"/>
                  <a:gd name="connsiteY5" fmla="*/ 1031240 h 1485900"/>
                  <a:gd name="connsiteX6" fmla="*/ 3224 w 1264273"/>
                  <a:gd name="connsiteY6" fmla="*/ 459740 h 1485900"/>
                  <a:gd name="connsiteX7" fmla="*/ 233033 w 1264273"/>
                  <a:gd name="connsiteY7" fmla="*/ 459740 h 1485900"/>
                  <a:gd name="connsiteX8" fmla="*/ 236843 w 1264273"/>
                  <a:gd name="connsiteY8"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1271 w 1261049"/>
                  <a:gd name="connsiteY5" fmla="*/ 1031240 h 1485900"/>
                  <a:gd name="connsiteX6" fmla="*/ 0 w 1261049"/>
                  <a:gd name="connsiteY6" fmla="*/ 459740 h 1485900"/>
                  <a:gd name="connsiteX7" fmla="*/ 229809 w 1261049"/>
                  <a:gd name="connsiteY7" fmla="*/ 459740 h 1485900"/>
                  <a:gd name="connsiteX8" fmla="*/ 233619 w 1261049"/>
                  <a:gd name="connsiteY8"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1271 w 1261049"/>
                  <a:gd name="connsiteY5" fmla="*/ 1031240 h 1485900"/>
                  <a:gd name="connsiteX6" fmla="*/ 0 w 1261049"/>
                  <a:gd name="connsiteY6" fmla="*/ 459740 h 1485900"/>
                  <a:gd name="connsiteX7" fmla="*/ 229809 w 1261049"/>
                  <a:gd name="connsiteY7" fmla="*/ 459740 h 1485900"/>
                  <a:gd name="connsiteX8" fmla="*/ 233619 w 1261049"/>
                  <a:gd name="connsiteY8"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1271 w 1261049"/>
                  <a:gd name="connsiteY5" fmla="*/ 1031240 h 1485900"/>
                  <a:gd name="connsiteX6" fmla="*/ 0 w 1261049"/>
                  <a:gd name="connsiteY6" fmla="*/ 459740 h 1485900"/>
                  <a:gd name="connsiteX7" fmla="*/ 229809 w 1261049"/>
                  <a:gd name="connsiteY7" fmla="*/ 459740 h 1485900"/>
                  <a:gd name="connsiteX8" fmla="*/ 233619 w 1261049"/>
                  <a:gd name="connsiteY8"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1271 w 1261049"/>
                  <a:gd name="connsiteY5" fmla="*/ 1031240 h 1485900"/>
                  <a:gd name="connsiteX6" fmla="*/ 0 w 1261049"/>
                  <a:gd name="connsiteY6" fmla="*/ 459740 h 1485900"/>
                  <a:gd name="connsiteX7" fmla="*/ 229809 w 1261049"/>
                  <a:gd name="connsiteY7" fmla="*/ 459740 h 1485900"/>
                  <a:gd name="connsiteX8" fmla="*/ 233619 w 1261049"/>
                  <a:gd name="connsiteY8"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1271 w 1261049"/>
                  <a:gd name="connsiteY5" fmla="*/ 1031240 h 1485900"/>
                  <a:gd name="connsiteX6" fmla="*/ 0 w 1261049"/>
                  <a:gd name="connsiteY6" fmla="*/ 459740 h 1485900"/>
                  <a:gd name="connsiteX7" fmla="*/ 229809 w 1261049"/>
                  <a:gd name="connsiteY7" fmla="*/ 459740 h 1485900"/>
                  <a:gd name="connsiteX8" fmla="*/ 233619 w 1261049"/>
                  <a:gd name="connsiteY8"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1271 w 1261049"/>
                  <a:gd name="connsiteY5" fmla="*/ 1031240 h 1485900"/>
                  <a:gd name="connsiteX6" fmla="*/ 0 w 1261049"/>
                  <a:gd name="connsiteY6" fmla="*/ 459740 h 1485900"/>
                  <a:gd name="connsiteX7" fmla="*/ 229809 w 1261049"/>
                  <a:gd name="connsiteY7" fmla="*/ 459740 h 1485900"/>
                  <a:gd name="connsiteX8" fmla="*/ 233619 w 1261049"/>
                  <a:gd name="connsiteY8"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1271 w 1261049"/>
                  <a:gd name="connsiteY5" fmla="*/ 1031240 h 1485900"/>
                  <a:gd name="connsiteX6" fmla="*/ 0 w 1261049"/>
                  <a:gd name="connsiteY6" fmla="*/ 459740 h 1485900"/>
                  <a:gd name="connsiteX7" fmla="*/ 229809 w 1261049"/>
                  <a:gd name="connsiteY7" fmla="*/ 459740 h 1485900"/>
                  <a:gd name="connsiteX8" fmla="*/ 233619 w 1261049"/>
                  <a:gd name="connsiteY8" fmla="*/ 0 h 1485900"/>
                  <a:gd name="connsiteX0" fmla="*/ 232348 w 1259778"/>
                  <a:gd name="connsiteY0" fmla="*/ 0 h 1485900"/>
                  <a:gd name="connsiteX1" fmla="*/ 1259778 w 1259778"/>
                  <a:gd name="connsiteY1" fmla="*/ 0 h 1485900"/>
                  <a:gd name="connsiteX2" fmla="*/ 1259778 w 1259778"/>
                  <a:gd name="connsiteY2" fmla="*/ 1485900 h 1485900"/>
                  <a:gd name="connsiteX3" fmla="*/ 232348 w 1259778"/>
                  <a:gd name="connsiteY3" fmla="*/ 1485900 h 1485900"/>
                  <a:gd name="connsiteX4" fmla="*/ 228538 w 1259778"/>
                  <a:gd name="connsiteY4" fmla="*/ 1031240 h 1485900"/>
                  <a:gd name="connsiteX5" fmla="*/ 0 w 1259778"/>
                  <a:gd name="connsiteY5" fmla="*/ 1031240 h 1485900"/>
                  <a:gd name="connsiteX6" fmla="*/ 5082 w 1259778"/>
                  <a:gd name="connsiteY6" fmla="*/ 459014 h 1485900"/>
                  <a:gd name="connsiteX7" fmla="*/ 228538 w 1259778"/>
                  <a:gd name="connsiteY7" fmla="*/ 459740 h 1485900"/>
                  <a:gd name="connsiteX8" fmla="*/ 232348 w 1259778"/>
                  <a:gd name="connsiteY8" fmla="*/ 0 h 1485900"/>
                  <a:gd name="connsiteX0" fmla="*/ 232348 w 1259778"/>
                  <a:gd name="connsiteY0" fmla="*/ 0 h 1485900"/>
                  <a:gd name="connsiteX1" fmla="*/ 1259778 w 1259778"/>
                  <a:gd name="connsiteY1" fmla="*/ 0 h 1485900"/>
                  <a:gd name="connsiteX2" fmla="*/ 1259778 w 1259778"/>
                  <a:gd name="connsiteY2" fmla="*/ 1485900 h 1485900"/>
                  <a:gd name="connsiteX3" fmla="*/ 232348 w 1259778"/>
                  <a:gd name="connsiteY3" fmla="*/ 1485900 h 1485900"/>
                  <a:gd name="connsiteX4" fmla="*/ 228538 w 1259778"/>
                  <a:gd name="connsiteY4" fmla="*/ 1031240 h 1485900"/>
                  <a:gd name="connsiteX5" fmla="*/ 0 w 1259778"/>
                  <a:gd name="connsiteY5" fmla="*/ 1030514 h 1485900"/>
                  <a:gd name="connsiteX6" fmla="*/ 5082 w 1259778"/>
                  <a:gd name="connsiteY6" fmla="*/ 459014 h 1485900"/>
                  <a:gd name="connsiteX7" fmla="*/ 228538 w 1259778"/>
                  <a:gd name="connsiteY7" fmla="*/ 459740 h 1485900"/>
                  <a:gd name="connsiteX8" fmla="*/ 232348 w 1259778"/>
                  <a:gd name="connsiteY8" fmla="*/ 0 h 1485900"/>
                  <a:gd name="connsiteX0" fmla="*/ 232348 w 1259778"/>
                  <a:gd name="connsiteY0" fmla="*/ 0 h 1485900"/>
                  <a:gd name="connsiteX1" fmla="*/ 1259778 w 1259778"/>
                  <a:gd name="connsiteY1" fmla="*/ 0 h 1485900"/>
                  <a:gd name="connsiteX2" fmla="*/ 1259778 w 1259778"/>
                  <a:gd name="connsiteY2" fmla="*/ 1485900 h 1485900"/>
                  <a:gd name="connsiteX3" fmla="*/ 232348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28538 w 1259778"/>
                  <a:gd name="connsiteY7" fmla="*/ 459740 h 1485900"/>
                  <a:gd name="connsiteX8" fmla="*/ 232348 w 1259778"/>
                  <a:gd name="connsiteY8" fmla="*/ 0 h 1485900"/>
                  <a:gd name="connsiteX0" fmla="*/ 232348 w 1259778"/>
                  <a:gd name="connsiteY0" fmla="*/ 0 h 1485900"/>
                  <a:gd name="connsiteX1" fmla="*/ 1259778 w 1259778"/>
                  <a:gd name="connsiteY1" fmla="*/ 0 h 1485900"/>
                  <a:gd name="connsiteX2" fmla="*/ 1259778 w 1259778"/>
                  <a:gd name="connsiteY2" fmla="*/ 1485900 h 1485900"/>
                  <a:gd name="connsiteX3" fmla="*/ 235057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28538 w 1259778"/>
                  <a:gd name="connsiteY7" fmla="*/ 459740 h 1485900"/>
                  <a:gd name="connsiteX8" fmla="*/ 232348 w 1259778"/>
                  <a:gd name="connsiteY8" fmla="*/ 0 h 1485900"/>
                  <a:gd name="connsiteX0" fmla="*/ 232348 w 1259778"/>
                  <a:gd name="connsiteY0" fmla="*/ 0 h 1485900"/>
                  <a:gd name="connsiteX1" fmla="*/ 1259778 w 1259778"/>
                  <a:gd name="connsiteY1" fmla="*/ 0 h 1485900"/>
                  <a:gd name="connsiteX2" fmla="*/ 1259778 w 1259778"/>
                  <a:gd name="connsiteY2" fmla="*/ 1485900 h 1485900"/>
                  <a:gd name="connsiteX3" fmla="*/ 235057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35057 w 1259778"/>
                  <a:gd name="connsiteY7" fmla="*/ 459014 h 1485900"/>
                  <a:gd name="connsiteX8" fmla="*/ 232348 w 1259778"/>
                  <a:gd name="connsiteY8" fmla="*/ 0 h 1485900"/>
                  <a:gd name="connsiteX0" fmla="*/ 235057 w 1259778"/>
                  <a:gd name="connsiteY0" fmla="*/ 0 h 1485900"/>
                  <a:gd name="connsiteX1" fmla="*/ 1259778 w 1259778"/>
                  <a:gd name="connsiteY1" fmla="*/ 0 h 1485900"/>
                  <a:gd name="connsiteX2" fmla="*/ 1259778 w 1259778"/>
                  <a:gd name="connsiteY2" fmla="*/ 1485900 h 1485900"/>
                  <a:gd name="connsiteX3" fmla="*/ 235057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35057 w 1259778"/>
                  <a:gd name="connsiteY7" fmla="*/ 459014 h 1485900"/>
                  <a:gd name="connsiteX8" fmla="*/ 235057 w 1259778"/>
                  <a:gd name="connsiteY8" fmla="*/ 0 h 1485900"/>
                  <a:gd name="connsiteX0" fmla="*/ 235057 w 1259778"/>
                  <a:gd name="connsiteY0" fmla="*/ 0 h 1485900"/>
                  <a:gd name="connsiteX1" fmla="*/ 1259778 w 1259778"/>
                  <a:gd name="connsiteY1" fmla="*/ 0 h 1485900"/>
                  <a:gd name="connsiteX2" fmla="*/ 1259778 w 1259778"/>
                  <a:gd name="connsiteY2" fmla="*/ 1485900 h 1485900"/>
                  <a:gd name="connsiteX3" fmla="*/ 235057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35057 w 1259778"/>
                  <a:gd name="connsiteY7" fmla="*/ 459014 h 1485900"/>
                  <a:gd name="connsiteX8" fmla="*/ 235057 w 1259778"/>
                  <a:gd name="connsiteY8" fmla="*/ 0 h 1485900"/>
                  <a:gd name="connsiteX0" fmla="*/ 235057 w 1259778"/>
                  <a:gd name="connsiteY0" fmla="*/ 0 h 1485900"/>
                  <a:gd name="connsiteX1" fmla="*/ 1259778 w 1259778"/>
                  <a:gd name="connsiteY1" fmla="*/ 0 h 1485900"/>
                  <a:gd name="connsiteX2" fmla="*/ 1259778 w 1259778"/>
                  <a:gd name="connsiteY2" fmla="*/ 1485900 h 1485900"/>
                  <a:gd name="connsiteX3" fmla="*/ 235057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35057 w 1259778"/>
                  <a:gd name="connsiteY7" fmla="*/ 459014 h 1485900"/>
                  <a:gd name="connsiteX8" fmla="*/ 235057 w 1259778"/>
                  <a:gd name="connsiteY8" fmla="*/ 0 h 1485900"/>
                  <a:gd name="connsiteX0" fmla="*/ 235057 w 1259778"/>
                  <a:gd name="connsiteY0" fmla="*/ 0 h 1485900"/>
                  <a:gd name="connsiteX1" fmla="*/ 1259778 w 1259778"/>
                  <a:gd name="connsiteY1" fmla="*/ 0 h 1485900"/>
                  <a:gd name="connsiteX2" fmla="*/ 1259778 w 1259778"/>
                  <a:gd name="connsiteY2" fmla="*/ 1485900 h 1485900"/>
                  <a:gd name="connsiteX3" fmla="*/ 235057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35057 w 1259778"/>
                  <a:gd name="connsiteY7" fmla="*/ 459014 h 1485900"/>
                  <a:gd name="connsiteX8" fmla="*/ 235057 w 1259778"/>
                  <a:gd name="connsiteY8" fmla="*/ 0 h 1485900"/>
                  <a:gd name="connsiteX0" fmla="*/ 235057 w 1259778"/>
                  <a:gd name="connsiteY0" fmla="*/ 0 h 1485900"/>
                  <a:gd name="connsiteX1" fmla="*/ 1259778 w 1259778"/>
                  <a:gd name="connsiteY1" fmla="*/ 0 h 1485900"/>
                  <a:gd name="connsiteX2" fmla="*/ 1259778 w 1259778"/>
                  <a:gd name="connsiteY2" fmla="*/ 1485900 h 1485900"/>
                  <a:gd name="connsiteX3" fmla="*/ 235057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35057 w 1259778"/>
                  <a:gd name="connsiteY7" fmla="*/ 459014 h 1485900"/>
                  <a:gd name="connsiteX8" fmla="*/ 235057 w 1259778"/>
                  <a:gd name="connsiteY8" fmla="*/ 0 h 1485900"/>
                  <a:gd name="connsiteX0" fmla="*/ 235057 w 1259789"/>
                  <a:gd name="connsiteY0" fmla="*/ 0 h 1485900"/>
                  <a:gd name="connsiteX1" fmla="*/ 1259778 w 1259789"/>
                  <a:gd name="connsiteY1" fmla="*/ 0 h 1485900"/>
                  <a:gd name="connsiteX2" fmla="*/ 1259778 w 1259789"/>
                  <a:gd name="connsiteY2" fmla="*/ 474809 h 1485900"/>
                  <a:gd name="connsiteX3" fmla="*/ 1259778 w 1259789"/>
                  <a:gd name="connsiteY3" fmla="*/ 1485900 h 1485900"/>
                  <a:gd name="connsiteX4" fmla="*/ 235057 w 1259789"/>
                  <a:gd name="connsiteY4" fmla="*/ 1485900 h 1485900"/>
                  <a:gd name="connsiteX5" fmla="*/ 235057 w 1259789"/>
                  <a:gd name="connsiteY5" fmla="*/ 1030514 h 1485900"/>
                  <a:gd name="connsiteX6" fmla="*/ 0 w 1259789"/>
                  <a:gd name="connsiteY6" fmla="*/ 1030514 h 1485900"/>
                  <a:gd name="connsiteX7" fmla="*/ 5082 w 1259789"/>
                  <a:gd name="connsiteY7" fmla="*/ 459014 h 1485900"/>
                  <a:gd name="connsiteX8" fmla="*/ 235057 w 1259789"/>
                  <a:gd name="connsiteY8" fmla="*/ 459014 h 1485900"/>
                  <a:gd name="connsiteX9" fmla="*/ 235057 w 1259789"/>
                  <a:gd name="connsiteY9" fmla="*/ 0 h 1485900"/>
                  <a:gd name="connsiteX0" fmla="*/ 235057 w 1511291"/>
                  <a:gd name="connsiteY0" fmla="*/ 0 h 1485900"/>
                  <a:gd name="connsiteX1" fmla="*/ 1259778 w 1511291"/>
                  <a:gd name="connsiteY1" fmla="*/ 0 h 1485900"/>
                  <a:gd name="connsiteX2" fmla="*/ 1259778 w 1511291"/>
                  <a:gd name="connsiteY2" fmla="*/ 474809 h 1485900"/>
                  <a:gd name="connsiteX3" fmla="*/ 1511291 w 1511291"/>
                  <a:gd name="connsiteY3" fmla="*/ 474809 h 1485900"/>
                  <a:gd name="connsiteX4" fmla="*/ 1259778 w 1511291"/>
                  <a:gd name="connsiteY4" fmla="*/ 1485900 h 1485900"/>
                  <a:gd name="connsiteX5" fmla="*/ 235057 w 1511291"/>
                  <a:gd name="connsiteY5" fmla="*/ 1485900 h 1485900"/>
                  <a:gd name="connsiteX6" fmla="*/ 235057 w 1511291"/>
                  <a:gd name="connsiteY6" fmla="*/ 1030514 h 1485900"/>
                  <a:gd name="connsiteX7" fmla="*/ 0 w 1511291"/>
                  <a:gd name="connsiteY7" fmla="*/ 1030514 h 1485900"/>
                  <a:gd name="connsiteX8" fmla="*/ 5082 w 1511291"/>
                  <a:gd name="connsiteY8" fmla="*/ 459014 h 1485900"/>
                  <a:gd name="connsiteX9" fmla="*/ 235057 w 1511291"/>
                  <a:gd name="connsiteY9" fmla="*/ 459014 h 1485900"/>
                  <a:gd name="connsiteX10" fmla="*/ 235057 w 1511291"/>
                  <a:gd name="connsiteY10" fmla="*/ 0 h 1485900"/>
                  <a:gd name="connsiteX0" fmla="*/ 235057 w 1511291"/>
                  <a:gd name="connsiteY0" fmla="*/ 0 h 1485900"/>
                  <a:gd name="connsiteX1" fmla="*/ 1259778 w 1511291"/>
                  <a:gd name="connsiteY1" fmla="*/ 0 h 1485900"/>
                  <a:gd name="connsiteX2" fmla="*/ 1259778 w 1511291"/>
                  <a:gd name="connsiteY2" fmla="*/ 474809 h 1485900"/>
                  <a:gd name="connsiteX3" fmla="*/ 1511291 w 1511291"/>
                  <a:gd name="connsiteY3" fmla="*/ 474809 h 1485900"/>
                  <a:gd name="connsiteX4" fmla="*/ 1260925 w 1511291"/>
                  <a:gd name="connsiteY4" fmla="*/ 1046309 h 1485900"/>
                  <a:gd name="connsiteX5" fmla="*/ 1259778 w 1511291"/>
                  <a:gd name="connsiteY5" fmla="*/ 1485900 h 1485900"/>
                  <a:gd name="connsiteX6" fmla="*/ 235057 w 1511291"/>
                  <a:gd name="connsiteY6" fmla="*/ 1485900 h 1485900"/>
                  <a:gd name="connsiteX7" fmla="*/ 235057 w 1511291"/>
                  <a:gd name="connsiteY7" fmla="*/ 1030514 h 1485900"/>
                  <a:gd name="connsiteX8" fmla="*/ 0 w 1511291"/>
                  <a:gd name="connsiteY8" fmla="*/ 1030514 h 1485900"/>
                  <a:gd name="connsiteX9" fmla="*/ 5082 w 1511291"/>
                  <a:gd name="connsiteY9" fmla="*/ 459014 h 1485900"/>
                  <a:gd name="connsiteX10" fmla="*/ 235057 w 1511291"/>
                  <a:gd name="connsiteY10" fmla="*/ 459014 h 1485900"/>
                  <a:gd name="connsiteX11" fmla="*/ 235057 w 1511291"/>
                  <a:gd name="connsiteY11" fmla="*/ 0 h 1485900"/>
                  <a:gd name="connsiteX0" fmla="*/ 235057 w 1534593"/>
                  <a:gd name="connsiteY0" fmla="*/ 0 h 1485900"/>
                  <a:gd name="connsiteX1" fmla="*/ 1259778 w 1534593"/>
                  <a:gd name="connsiteY1" fmla="*/ 0 h 1485900"/>
                  <a:gd name="connsiteX2" fmla="*/ 1259778 w 1534593"/>
                  <a:gd name="connsiteY2" fmla="*/ 474809 h 1485900"/>
                  <a:gd name="connsiteX3" fmla="*/ 1511291 w 1534593"/>
                  <a:gd name="connsiteY3" fmla="*/ 474809 h 1485900"/>
                  <a:gd name="connsiteX4" fmla="*/ 1511291 w 1534593"/>
                  <a:gd name="connsiteY4" fmla="*/ 1046309 h 1485900"/>
                  <a:gd name="connsiteX5" fmla="*/ 1260925 w 1534593"/>
                  <a:gd name="connsiteY5" fmla="*/ 1046309 h 1485900"/>
                  <a:gd name="connsiteX6" fmla="*/ 1259778 w 1534593"/>
                  <a:gd name="connsiteY6" fmla="*/ 1485900 h 1485900"/>
                  <a:gd name="connsiteX7" fmla="*/ 235057 w 1534593"/>
                  <a:gd name="connsiteY7" fmla="*/ 1485900 h 1485900"/>
                  <a:gd name="connsiteX8" fmla="*/ 235057 w 1534593"/>
                  <a:gd name="connsiteY8" fmla="*/ 1030514 h 1485900"/>
                  <a:gd name="connsiteX9" fmla="*/ 0 w 1534593"/>
                  <a:gd name="connsiteY9" fmla="*/ 1030514 h 1485900"/>
                  <a:gd name="connsiteX10" fmla="*/ 5082 w 1534593"/>
                  <a:gd name="connsiteY10" fmla="*/ 459014 h 1485900"/>
                  <a:gd name="connsiteX11" fmla="*/ 235057 w 1534593"/>
                  <a:gd name="connsiteY11" fmla="*/ 459014 h 1485900"/>
                  <a:gd name="connsiteX12" fmla="*/ 235057 w 1534593"/>
                  <a:gd name="connsiteY12" fmla="*/ 0 h 1485900"/>
                  <a:gd name="connsiteX0" fmla="*/ 235057 w 1535379"/>
                  <a:gd name="connsiteY0" fmla="*/ 0 h 1485900"/>
                  <a:gd name="connsiteX1" fmla="*/ 1259778 w 1535379"/>
                  <a:gd name="connsiteY1" fmla="*/ 0 h 1485900"/>
                  <a:gd name="connsiteX2" fmla="*/ 1259778 w 1535379"/>
                  <a:gd name="connsiteY2" fmla="*/ 474809 h 1485900"/>
                  <a:gd name="connsiteX3" fmla="*/ 1511291 w 1535379"/>
                  <a:gd name="connsiteY3" fmla="*/ 474809 h 1485900"/>
                  <a:gd name="connsiteX4" fmla="*/ 1511291 w 1535379"/>
                  <a:gd name="connsiteY4" fmla="*/ 1046309 h 1485900"/>
                  <a:gd name="connsiteX5" fmla="*/ 1260925 w 1535379"/>
                  <a:gd name="connsiteY5" fmla="*/ 1046309 h 1485900"/>
                  <a:gd name="connsiteX6" fmla="*/ 1259778 w 1535379"/>
                  <a:gd name="connsiteY6" fmla="*/ 1485900 h 1485900"/>
                  <a:gd name="connsiteX7" fmla="*/ 235057 w 1535379"/>
                  <a:gd name="connsiteY7" fmla="*/ 1485900 h 1485900"/>
                  <a:gd name="connsiteX8" fmla="*/ 235057 w 1535379"/>
                  <a:gd name="connsiteY8" fmla="*/ 1030514 h 1485900"/>
                  <a:gd name="connsiteX9" fmla="*/ 0 w 1535379"/>
                  <a:gd name="connsiteY9" fmla="*/ 1030514 h 1485900"/>
                  <a:gd name="connsiteX10" fmla="*/ 5082 w 1535379"/>
                  <a:gd name="connsiteY10" fmla="*/ 459014 h 1485900"/>
                  <a:gd name="connsiteX11" fmla="*/ 235057 w 1535379"/>
                  <a:gd name="connsiteY11" fmla="*/ 459014 h 1485900"/>
                  <a:gd name="connsiteX12" fmla="*/ 235057 w 1535379"/>
                  <a:gd name="connsiteY12" fmla="*/ 0 h 1485900"/>
                  <a:gd name="connsiteX0" fmla="*/ 235057 w 1534592"/>
                  <a:gd name="connsiteY0" fmla="*/ 0 h 1485900"/>
                  <a:gd name="connsiteX1" fmla="*/ 1259778 w 1534592"/>
                  <a:gd name="connsiteY1" fmla="*/ 0 h 1485900"/>
                  <a:gd name="connsiteX2" fmla="*/ 1259778 w 1534592"/>
                  <a:gd name="connsiteY2" fmla="*/ 474809 h 1485900"/>
                  <a:gd name="connsiteX3" fmla="*/ 1511291 w 1534592"/>
                  <a:gd name="connsiteY3" fmla="*/ 474809 h 1485900"/>
                  <a:gd name="connsiteX4" fmla="*/ 1511291 w 1534592"/>
                  <a:gd name="connsiteY4" fmla="*/ 1046309 h 1485900"/>
                  <a:gd name="connsiteX5" fmla="*/ 1260925 w 1534592"/>
                  <a:gd name="connsiteY5" fmla="*/ 1046309 h 1485900"/>
                  <a:gd name="connsiteX6" fmla="*/ 1259778 w 1534592"/>
                  <a:gd name="connsiteY6" fmla="*/ 1485900 h 1485900"/>
                  <a:gd name="connsiteX7" fmla="*/ 235057 w 1534592"/>
                  <a:gd name="connsiteY7" fmla="*/ 1485900 h 1485900"/>
                  <a:gd name="connsiteX8" fmla="*/ 235057 w 1534592"/>
                  <a:gd name="connsiteY8" fmla="*/ 1030514 h 1485900"/>
                  <a:gd name="connsiteX9" fmla="*/ 0 w 1534592"/>
                  <a:gd name="connsiteY9" fmla="*/ 1030514 h 1485900"/>
                  <a:gd name="connsiteX10" fmla="*/ 5082 w 1534592"/>
                  <a:gd name="connsiteY10" fmla="*/ 459014 h 1485900"/>
                  <a:gd name="connsiteX11" fmla="*/ 235057 w 1534592"/>
                  <a:gd name="connsiteY11" fmla="*/ 459014 h 1485900"/>
                  <a:gd name="connsiteX12" fmla="*/ 235057 w 1534592"/>
                  <a:gd name="connsiteY12" fmla="*/ 0 h 1485900"/>
                  <a:gd name="connsiteX0" fmla="*/ 235057 w 1521500"/>
                  <a:gd name="connsiteY0" fmla="*/ 0 h 1485900"/>
                  <a:gd name="connsiteX1" fmla="*/ 1259778 w 1521500"/>
                  <a:gd name="connsiteY1" fmla="*/ 0 h 1485900"/>
                  <a:gd name="connsiteX2" fmla="*/ 1259778 w 1521500"/>
                  <a:gd name="connsiteY2" fmla="*/ 474809 h 1485900"/>
                  <a:gd name="connsiteX3" fmla="*/ 1511291 w 1521500"/>
                  <a:gd name="connsiteY3" fmla="*/ 474809 h 1485900"/>
                  <a:gd name="connsiteX4" fmla="*/ 1511291 w 1521500"/>
                  <a:gd name="connsiteY4" fmla="*/ 1046309 h 1485900"/>
                  <a:gd name="connsiteX5" fmla="*/ 1260925 w 1521500"/>
                  <a:gd name="connsiteY5" fmla="*/ 1046309 h 1485900"/>
                  <a:gd name="connsiteX6" fmla="*/ 1259778 w 1521500"/>
                  <a:gd name="connsiteY6" fmla="*/ 1485900 h 1485900"/>
                  <a:gd name="connsiteX7" fmla="*/ 235057 w 1521500"/>
                  <a:gd name="connsiteY7" fmla="*/ 1485900 h 1485900"/>
                  <a:gd name="connsiteX8" fmla="*/ 235057 w 1521500"/>
                  <a:gd name="connsiteY8" fmla="*/ 1030514 h 1485900"/>
                  <a:gd name="connsiteX9" fmla="*/ 0 w 1521500"/>
                  <a:gd name="connsiteY9" fmla="*/ 1030514 h 1485900"/>
                  <a:gd name="connsiteX10" fmla="*/ 5082 w 1521500"/>
                  <a:gd name="connsiteY10" fmla="*/ 459014 h 1485900"/>
                  <a:gd name="connsiteX11" fmla="*/ 235057 w 1521500"/>
                  <a:gd name="connsiteY11" fmla="*/ 459014 h 1485900"/>
                  <a:gd name="connsiteX12" fmla="*/ 235057 w 1521500"/>
                  <a:gd name="connsiteY12" fmla="*/ 0 h 1485900"/>
                  <a:gd name="connsiteX0" fmla="*/ 235057 w 1519322"/>
                  <a:gd name="connsiteY0" fmla="*/ 0 h 1485900"/>
                  <a:gd name="connsiteX1" fmla="*/ 1259778 w 1519322"/>
                  <a:gd name="connsiteY1" fmla="*/ 0 h 1485900"/>
                  <a:gd name="connsiteX2" fmla="*/ 1259778 w 1519322"/>
                  <a:gd name="connsiteY2" fmla="*/ 474809 h 1485900"/>
                  <a:gd name="connsiteX3" fmla="*/ 1511291 w 1519322"/>
                  <a:gd name="connsiteY3" fmla="*/ 474809 h 1485900"/>
                  <a:gd name="connsiteX4" fmla="*/ 1511291 w 1519322"/>
                  <a:gd name="connsiteY4" fmla="*/ 1046309 h 1485900"/>
                  <a:gd name="connsiteX5" fmla="*/ 1260925 w 1519322"/>
                  <a:gd name="connsiteY5" fmla="*/ 1046309 h 1485900"/>
                  <a:gd name="connsiteX6" fmla="*/ 1259778 w 1519322"/>
                  <a:gd name="connsiteY6" fmla="*/ 1485900 h 1485900"/>
                  <a:gd name="connsiteX7" fmla="*/ 235057 w 1519322"/>
                  <a:gd name="connsiteY7" fmla="*/ 1485900 h 1485900"/>
                  <a:gd name="connsiteX8" fmla="*/ 235057 w 1519322"/>
                  <a:gd name="connsiteY8" fmla="*/ 1030514 h 1485900"/>
                  <a:gd name="connsiteX9" fmla="*/ 0 w 1519322"/>
                  <a:gd name="connsiteY9" fmla="*/ 1030514 h 1485900"/>
                  <a:gd name="connsiteX10" fmla="*/ 5082 w 1519322"/>
                  <a:gd name="connsiteY10" fmla="*/ 459014 h 1485900"/>
                  <a:gd name="connsiteX11" fmla="*/ 235057 w 1519322"/>
                  <a:gd name="connsiteY11" fmla="*/ 459014 h 1485900"/>
                  <a:gd name="connsiteX12" fmla="*/ 235057 w 1519322"/>
                  <a:gd name="connsiteY12" fmla="*/ 0 h 1485900"/>
                  <a:gd name="connsiteX0" fmla="*/ 235057 w 1511840"/>
                  <a:gd name="connsiteY0" fmla="*/ 0 h 1485900"/>
                  <a:gd name="connsiteX1" fmla="*/ 1259778 w 1511840"/>
                  <a:gd name="connsiteY1" fmla="*/ 0 h 1485900"/>
                  <a:gd name="connsiteX2" fmla="*/ 1259778 w 1511840"/>
                  <a:gd name="connsiteY2" fmla="*/ 474809 h 1485900"/>
                  <a:gd name="connsiteX3" fmla="*/ 1511291 w 1511840"/>
                  <a:gd name="connsiteY3" fmla="*/ 474809 h 1485900"/>
                  <a:gd name="connsiteX4" fmla="*/ 1511291 w 1511840"/>
                  <a:gd name="connsiteY4" fmla="*/ 1046309 h 1485900"/>
                  <a:gd name="connsiteX5" fmla="*/ 1260925 w 1511840"/>
                  <a:gd name="connsiteY5" fmla="*/ 1046309 h 1485900"/>
                  <a:gd name="connsiteX6" fmla="*/ 1259778 w 1511840"/>
                  <a:gd name="connsiteY6" fmla="*/ 1485900 h 1485900"/>
                  <a:gd name="connsiteX7" fmla="*/ 235057 w 1511840"/>
                  <a:gd name="connsiteY7" fmla="*/ 1485900 h 1485900"/>
                  <a:gd name="connsiteX8" fmla="*/ 235057 w 1511840"/>
                  <a:gd name="connsiteY8" fmla="*/ 1030514 h 1485900"/>
                  <a:gd name="connsiteX9" fmla="*/ 0 w 1511840"/>
                  <a:gd name="connsiteY9" fmla="*/ 1030514 h 1485900"/>
                  <a:gd name="connsiteX10" fmla="*/ 5082 w 1511840"/>
                  <a:gd name="connsiteY10" fmla="*/ 459014 h 1485900"/>
                  <a:gd name="connsiteX11" fmla="*/ 235057 w 1511840"/>
                  <a:gd name="connsiteY11" fmla="*/ 459014 h 1485900"/>
                  <a:gd name="connsiteX12" fmla="*/ 235057 w 1511840"/>
                  <a:gd name="connsiteY12" fmla="*/ 0 h 1485900"/>
                  <a:gd name="connsiteX0" fmla="*/ 235057 w 1511840"/>
                  <a:gd name="connsiteY0" fmla="*/ 0 h 1485900"/>
                  <a:gd name="connsiteX1" fmla="*/ 1259778 w 1511840"/>
                  <a:gd name="connsiteY1" fmla="*/ 0 h 1485900"/>
                  <a:gd name="connsiteX2" fmla="*/ 1259778 w 1511840"/>
                  <a:gd name="connsiteY2" fmla="*/ 474809 h 1485900"/>
                  <a:gd name="connsiteX3" fmla="*/ 1511291 w 1511840"/>
                  <a:gd name="connsiteY3" fmla="*/ 474809 h 1485900"/>
                  <a:gd name="connsiteX4" fmla="*/ 1511291 w 1511840"/>
                  <a:gd name="connsiteY4" fmla="*/ 1046309 h 1485900"/>
                  <a:gd name="connsiteX5" fmla="*/ 1260925 w 1511840"/>
                  <a:gd name="connsiteY5" fmla="*/ 1046309 h 1485900"/>
                  <a:gd name="connsiteX6" fmla="*/ 1259778 w 1511840"/>
                  <a:gd name="connsiteY6" fmla="*/ 1485900 h 1485900"/>
                  <a:gd name="connsiteX7" fmla="*/ 235057 w 1511840"/>
                  <a:gd name="connsiteY7" fmla="*/ 1485900 h 1485900"/>
                  <a:gd name="connsiteX8" fmla="*/ 235057 w 1511840"/>
                  <a:gd name="connsiteY8" fmla="*/ 1030514 h 1485900"/>
                  <a:gd name="connsiteX9" fmla="*/ 0 w 1511840"/>
                  <a:gd name="connsiteY9" fmla="*/ 1030514 h 1485900"/>
                  <a:gd name="connsiteX10" fmla="*/ 5082 w 1511840"/>
                  <a:gd name="connsiteY10" fmla="*/ 459014 h 1485900"/>
                  <a:gd name="connsiteX11" fmla="*/ 235057 w 1511840"/>
                  <a:gd name="connsiteY11" fmla="*/ 459014 h 1485900"/>
                  <a:gd name="connsiteX12" fmla="*/ 235057 w 1511840"/>
                  <a:gd name="connsiteY12" fmla="*/ 0 h 1485900"/>
                  <a:gd name="connsiteX0" fmla="*/ 235057 w 1511840"/>
                  <a:gd name="connsiteY0" fmla="*/ 0 h 1485900"/>
                  <a:gd name="connsiteX1" fmla="*/ 1259778 w 1511840"/>
                  <a:gd name="connsiteY1" fmla="*/ 0 h 1485900"/>
                  <a:gd name="connsiteX2" fmla="*/ 1259778 w 1511840"/>
                  <a:gd name="connsiteY2" fmla="*/ 474809 h 1485900"/>
                  <a:gd name="connsiteX3" fmla="*/ 1511291 w 1511840"/>
                  <a:gd name="connsiteY3" fmla="*/ 474809 h 1485900"/>
                  <a:gd name="connsiteX4" fmla="*/ 1511291 w 1511840"/>
                  <a:gd name="connsiteY4" fmla="*/ 1046309 h 1485900"/>
                  <a:gd name="connsiteX5" fmla="*/ 1260925 w 1511840"/>
                  <a:gd name="connsiteY5" fmla="*/ 1046309 h 1485900"/>
                  <a:gd name="connsiteX6" fmla="*/ 1259778 w 1511840"/>
                  <a:gd name="connsiteY6" fmla="*/ 1485900 h 1485900"/>
                  <a:gd name="connsiteX7" fmla="*/ 235057 w 1511840"/>
                  <a:gd name="connsiteY7" fmla="*/ 1485900 h 1485900"/>
                  <a:gd name="connsiteX8" fmla="*/ 235057 w 1511840"/>
                  <a:gd name="connsiteY8" fmla="*/ 1030514 h 1485900"/>
                  <a:gd name="connsiteX9" fmla="*/ 0 w 1511840"/>
                  <a:gd name="connsiteY9" fmla="*/ 1030514 h 1485900"/>
                  <a:gd name="connsiteX10" fmla="*/ 5082 w 1511840"/>
                  <a:gd name="connsiteY10" fmla="*/ 459014 h 1485900"/>
                  <a:gd name="connsiteX11" fmla="*/ 235057 w 1511840"/>
                  <a:gd name="connsiteY11" fmla="*/ 459014 h 1485900"/>
                  <a:gd name="connsiteX12" fmla="*/ 235057 w 1511840"/>
                  <a:gd name="connsiteY12" fmla="*/ 0 h 1485900"/>
                  <a:gd name="connsiteX0" fmla="*/ 235057 w 1511840"/>
                  <a:gd name="connsiteY0" fmla="*/ 0 h 1485900"/>
                  <a:gd name="connsiteX1" fmla="*/ 1259778 w 1511840"/>
                  <a:gd name="connsiteY1" fmla="*/ 0 h 1485900"/>
                  <a:gd name="connsiteX2" fmla="*/ 1259778 w 1511840"/>
                  <a:gd name="connsiteY2" fmla="*/ 474809 h 1485900"/>
                  <a:gd name="connsiteX3" fmla="*/ 1511291 w 1511840"/>
                  <a:gd name="connsiteY3" fmla="*/ 474809 h 1485900"/>
                  <a:gd name="connsiteX4" fmla="*/ 1511291 w 1511840"/>
                  <a:gd name="connsiteY4" fmla="*/ 1046309 h 1485900"/>
                  <a:gd name="connsiteX5" fmla="*/ 1259867 w 1511840"/>
                  <a:gd name="connsiteY5" fmla="*/ 1046309 h 1485900"/>
                  <a:gd name="connsiteX6" fmla="*/ 1259778 w 1511840"/>
                  <a:gd name="connsiteY6" fmla="*/ 1485900 h 1485900"/>
                  <a:gd name="connsiteX7" fmla="*/ 235057 w 1511840"/>
                  <a:gd name="connsiteY7" fmla="*/ 1485900 h 1485900"/>
                  <a:gd name="connsiteX8" fmla="*/ 235057 w 1511840"/>
                  <a:gd name="connsiteY8" fmla="*/ 1030514 h 1485900"/>
                  <a:gd name="connsiteX9" fmla="*/ 0 w 1511840"/>
                  <a:gd name="connsiteY9" fmla="*/ 1030514 h 1485900"/>
                  <a:gd name="connsiteX10" fmla="*/ 5082 w 1511840"/>
                  <a:gd name="connsiteY10" fmla="*/ 459014 h 1485900"/>
                  <a:gd name="connsiteX11" fmla="*/ 235057 w 1511840"/>
                  <a:gd name="connsiteY11" fmla="*/ 459014 h 1485900"/>
                  <a:gd name="connsiteX12" fmla="*/ 235057 w 1511840"/>
                  <a:gd name="connsiteY12" fmla="*/ 0 h 1485900"/>
                  <a:gd name="connsiteX0" fmla="*/ 235057 w 1511982"/>
                  <a:gd name="connsiteY0" fmla="*/ 0 h 1485900"/>
                  <a:gd name="connsiteX1" fmla="*/ 1259778 w 1511982"/>
                  <a:gd name="connsiteY1" fmla="*/ 0 h 1485900"/>
                  <a:gd name="connsiteX2" fmla="*/ 1259778 w 1511982"/>
                  <a:gd name="connsiteY2" fmla="*/ 474809 h 1485900"/>
                  <a:gd name="connsiteX3" fmla="*/ 1511291 w 1511982"/>
                  <a:gd name="connsiteY3" fmla="*/ 474809 h 1485900"/>
                  <a:gd name="connsiteX4" fmla="*/ 1511840 w 1511982"/>
                  <a:gd name="connsiteY4" fmla="*/ 1046309 h 1485900"/>
                  <a:gd name="connsiteX5" fmla="*/ 1259867 w 1511982"/>
                  <a:gd name="connsiteY5" fmla="*/ 1046309 h 1485900"/>
                  <a:gd name="connsiteX6" fmla="*/ 1259778 w 1511982"/>
                  <a:gd name="connsiteY6" fmla="*/ 1485900 h 1485900"/>
                  <a:gd name="connsiteX7" fmla="*/ 235057 w 1511982"/>
                  <a:gd name="connsiteY7" fmla="*/ 1485900 h 1485900"/>
                  <a:gd name="connsiteX8" fmla="*/ 235057 w 1511982"/>
                  <a:gd name="connsiteY8" fmla="*/ 1030514 h 1485900"/>
                  <a:gd name="connsiteX9" fmla="*/ 0 w 1511982"/>
                  <a:gd name="connsiteY9" fmla="*/ 1030514 h 1485900"/>
                  <a:gd name="connsiteX10" fmla="*/ 5082 w 1511982"/>
                  <a:gd name="connsiteY10" fmla="*/ 459014 h 1485900"/>
                  <a:gd name="connsiteX11" fmla="*/ 235057 w 1511982"/>
                  <a:gd name="connsiteY11" fmla="*/ 459014 h 1485900"/>
                  <a:gd name="connsiteX12" fmla="*/ 235057 w 1511982"/>
                  <a:gd name="connsiteY12" fmla="*/ 0 h 1485900"/>
                  <a:gd name="connsiteX0" fmla="*/ 235057 w 1511982"/>
                  <a:gd name="connsiteY0" fmla="*/ 0 h 1485900"/>
                  <a:gd name="connsiteX1" fmla="*/ 1259778 w 1511982"/>
                  <a:gd name="connsiteY1" fmla="*/ 0 h 1485900"/>
                  <a:gd name="connsiteX2" fmla="*/ 1259778 w 1511982"/>
                  <a:gd name="connsiteY2" fmla="*/ 474809 h 1485900"/>
                  <a:gd name="connsiteX3" fmla="*/ 1511291 w 1511982"/>
                  <a:gd name="connsiteY3" fmla="*/ 474809 h 1485900"/>
                  <a:gd name="connsiteX4" fmla="*/ 1511840 w 1511982"/>
                  <a:gd name="connsiteY4" fmla="*/ 1046309 h 1485900"/>
                  <a:gd name="connsiteX5" fmla="*/ 1259867 w 1511982"/>
                  <a:gd name="connsiteY5" fmla="*/ 1046309 h 1485900"/>
                  <a:gd name="connsiteX6" fmla="*/ 1259778 w 1511982"/>
                  <a:gd name="connsiteY6" fmla="*/ 1485900 h 1485900"/>
                  <a:gd name="connsiteX7" fmla="*/ 235057 w 1511982"/>
                  <a:gd name="connsiteY7" fmla="*/ 1485900 h 1485900"/>
                  <a:gd name="connsiteX8" fmla="*/ 258502 w 1511982"/>
                  <a:gd name="connsiteY8" fmla="*/ 1046309 h 1485900"/>
                  <a:gd name="connsiteX9" fmla="*/ 0 w 1511982"/>
                  <a:gd name="connsiteY9" fmla="*/ 1030514 h 1485900"/>
                  <a:gd name="connsiteX10" fmla="*/ 5082 w 1511982"/>
                  <a:gd name="connsiteY10" fmla="*/ 459014 h 1485900"/>
                  <a:gd name="connsiteX11" fmla="*/ 235057 w 1511982"/>
                  <a:gd name="connsiteY11" fmla="*/ 459014 h 1485900"/>
                  <a:gd name="connsiteX12" fmla="*/ 235057 w 1511982"/>
                  <a:gd name="connsiteY12" fmla="*/ 0 h 1485900"/>
                  <a:gd name="connsiteX0" fmla="*/ 235057 w 1511982"/>
                  <a:gd name="connsiteY0" fmla="*/ 0 h 1485900"/>
                  <a:gd name="connsiteX1" fmla="*/ 1259778 w 1511982"/>
                  <a:gd name="connsiteY1" fmla="*/ 0 h 1485900"/>
                  <a:gd name="connsiteX2" fmla="*/ 1259778 w 1511982"/>
                  <a:gd name="connsiteY2" fmla="*/ 474809 h 1485900"/>
                  <a:gd name="connsiteX3" fmla="*/ 1511291 w 1511982"/>
                  <a:gd name="connsiteY3" fmla="*/ 474809 h 1485900"/>
                  <a:gd name="connsiteX4" fmla="*/ 1511840 w 1511982"/>
                  <a:gd name="connsiteY4" fmla="*/ 1046309 h 1485900"/>
                  <a:gd name="connsiteX5" fmla="*/ 1259867 w 1511982"/>
                  <a:gd name="connsiteY5" fmla="*/ 1046309 h 1485900"/>
                  <a:gd name="connsiteX6" fmla="*/ 1259778 w 1511982"/>
                  <a:gd name="connsiteY6" fmla="*/ 1485900 h 1485900"/>
                  <a:gd name="connsiteX7" fmla="*/ 235057 w 1511982"/>
                  <a:gd name="connsiteY7" fmla="*/ 1485900 h 1485900"/>
                  <a:gd name="connsiteX8" fmla="*/ 258502 w 1511982"/>
                  <a:gd name="connsiteY8" fmla="*/ 1046309 h 1485900"/>
                  <a:gd name="connsiteX9" fmla="*/ 0 w 1511982"/>
                  <a:gd name="connsiteY9" fmla="*/ 1046309 h 1485900"/>
                  <a:gd name="connsiteX10" fmla="*/ 5082 w 1511982"/>
                  <a:gd name="connsiteY10" fmla="*/ 459014 h 1485900"/>
                  <a:gd name="connsiteX11" fmla="*/ 235057 w 1511982"/>
                  <a:gd name="connsiteY11" fmla="*/ 459014 h 1485900"/>
                  <a:gd name="connsiteX12" fmla="*/ 235057 w 1511982"/>
                  <a:gd name="connsiteY12" fmla="*/ 0 h 1485900"/>
                  <a:gd name="connsiteX0" fmla="*/ 235080 w 1512005"/>
                  <a:gd name="connsiteY0" fmla="*/ 0 h 1485900"/>
                  <a:gd name="connsiteX1" fmla="*/ 1259801 w 1512005"/>
                  <a:gd name="connsiteY1" fmla="*/ 0 h 1485900"/>
                  <a:gd name="connsiteX2" fmla="*/ 1259801 w 1512005"/>
                  <a:gd name="connsiteY2" fmla="*/ 474809 h 1485900"/>
                  <a:gd name="connsiteX3" fmla="*/ 1511314 w 1512005"/>
                  <a:gd name="connsiteY3" fmla="*/ 474809 h 1485900"/>
                  <a:gd name="connsiteX4" fmla="*/ 1511863 w 1512005"/>
                  <a:gd name="connsiteY4" fmla="*/ 1046309 h 1485900"/>
                  <a:gd name="connsiteX5" fmla="*/ 1259890 w 1512005"/>
                  <a:gd name="connsiteY5" fmla="*/ 1046309 h 1485900"/>
                  <a:gd name="connsiteX6" fmla="*/ 1259801 w 1512005"/>
                  <a:gd name="connsiteY6" fmla="*/ 1485900 h 1485900"/>
                  <a:gd name="connsiteX7" fmla="*/ 235080 w 1512005"/>
                  <a:gd name="connsiteY7" fmla="*/ 1485900 h 1485900"/>
                  <a:gd name="connsiteX8" fmla="*/ 258525 w 1512005"/>
                  <a:gd name="connsiteY8" fmla="*/ 1046309 h 1485900"/>
                  <a:gd name="connsiteX9" fmla="*/ 23 w 1512005"/>
                  <a:gd name="connsiteY9" fmla="*/ 1046309 h 1485900"/>
                  <a:gd name="connsiteX10" fmla="*/ 23 w 1512005"/>
                  <a:gd name="connsiteY10" fmla="*/ 474809 h 1485900"/>
                  <a:gd name="connsiteX11" fmla="*/ 235080 w 1512005"/>
                  <a:gd name="connsiteY11" fmla="*/ 459014 h 1485900"/>
                  <a:gd name="connsiteX12" fmla="*/ 235080 w 1512005"/>
                  <a:gd name="connsiteY12" fmla="*/ 0 h 1485900"/>
                  <a:gd name="connsiteX0" fmla="*/ 235080 w 1512005"/>
                  <a:gd name="connsiteY0" fmla="*/ 0 h 1485900"/>
                  <a:gd name="connsiteX1" fmla="*/ 1259801 w 1512005"/>
                  <a:gd name="connsiteY1" fmla="*/ 0 h 1485900"/>
                  <a:gd name="connsiteX2" fmla="*/ 1259801 w 1512005"/>
                  <a:gd name="connsiteY2" fmla="*/ 474809 h 1485900"/>
                  <a:gd name="connsiteX3" fmla="*/ 1511314 w 1512005"/>
                  <a:gd name="connsiteY3" fmla="*/ 474809 h 1485900"/>
                  <a:gd name="connsiteX4" fmla="*/ 1511863 w 1512005"/>
                  <a:gd name="connsiteY4" fmla="*/ 1046309 h 1485900"/>
                  <a:gd name="connsiteX5" fmla="*/ 1259890 w 1512005"/>
                  <a:gd name="connsiteY5" fmla="*/ 1046309 h 1485900"/>
                  <a:gd name="connsiteX6" fmla="*/ 1259801 w 1512005"/>
                  <a:gd name="connsiteY6" fmla="*/ 1485900 h 1485900"/>
                  <a:gd name="connsiteX7" fmla="*/ 235080 w 1512005"/>
                  <a:gd name="connsiteY7" fmla="*/ 1485900 h 1485900"/>
                  <a:gd name="connsiteX8" fmla="*/ 258525 w 1512005"/>
                  <a:gd name="connsiteY8" fmla="*/ 1046309 h 1485900"/>
                  <a:gd name="connsiteX9" fmla="*/ 23 w 1512005"/>
                  <a:gd name="connsiteY9" fmla="*/ 1046309 h 1485900"/>
                  <a:gd name="connsiteX10" fmla="*/ 23 w 1512005"/>
                  <a:gd name="connsiteY10" fmla="*/ 474809 h 1485900"/>
                  <a:gd name="connsiteX11" fmla="*/ 258506 w 1512005"/>
                  <a:gd name="connsiteY11" fmla="*/ 474809 h 1485900"/>
                  <a:gd name="connsiteX12" fmla="*/ 235080 w 1512005"/>
                  <a:gd name="connsiteY12" fmla="*/ 0 h 1485900"/>
                  <a:gd name="connsiteX0" fmla="*/ 258506 w 1512005"/>
                  <a:gd name="connsiteY0" fmla="*/ 0 h 1485900"/>
                  <a:gd name="connsiteX1" fmla="*/ 1259801 w 1512005"/>
                  <a:gd name="connsiteY1" fmla="*/ 0 h 1485900"/>
                  <a:gd name="connsiteX2" fmla="*/ 1259801 w 1512005"/>
                  <a:gd name="connsiteY2" fmla="*/ 474809 h 1485900"/>
                  <a:gd name="connsiteX3" fmla="*/ 1511314 w 1512005"/>
                  <a:gd name="connsiteY3" fmla="*/ 474809 h 1485900"/>
                  <a:gd name="connsiteX4" fmla="*/ 1511863 w 1512005"/>
                  <a:gd name="connsiteY4" fmla="*/ 1046309 h 1485900"/>
                  <a:gd name="connsiteX5" fmla="*/ 1259890 w 1512005"/>
                  <a:gd name="connsiteY5" fmla="*/ 1046309 h 1485900"/>
                  <a:gd name="connsiteX6" fmla="*/ 1259801 w 1512005"/>
                  <a:gd name="connsiteY6" fmla="*/ 1485900 h 1485900"/>
                  <a:gd name="connsiteX7" fmla="*/ 235080 w 1512005"/>
                  <a:gd name="connsiteY7" fmla="*/ 1485900 h 1485900"/>
                  <a:gd name="connsiteX8" fmla="*/ 258525 w 1512005"/>
                  <a:gd name="connsiteY8" fmla="*/ 1046309 h 1485900"/>
                  <a:gd name="connsiteX9" fmla="*/ 23 w 1512005"/>
                  <a:gd name="connsiteY9" fmla="*/ 1046309 h 1485900"/>
                  <a:gd name="connsiteX10" fmla="*/ 23 w 1512005"/>
                  <a:gd name="connsiteY10" fmla="*/ 474809 h 1485900"/>
                  <a:gd name="connsiteX11" fmla="*/ 258506 w 1512005"/>
                  <a:gd name="connsiteY11" fmla="*/ 474809 h 1485900"/>
                  <a:gd name="connsiteX12" fmla="*/ 258506 w 1512005"/>
                  <a:gd name="connsiteY12" fmla="*/ 0 h 1485900"/>
                  <a:gd name="connsiteX0" fmla="*/ 258506 w 1512005"/>
                  <a:gd name="connsiteY0" fmla="*/ 0 h 1485900"/>
                  <a:gd name="connsiteX1" fmla="*/ 1259801 w 1512005"/>
                  <a:gd name="connsiteY1" fmla="*/ 0 h 1485900"/>
                  <a:gd name="connsiteX2" fmla="*/ 1259801 w 1512005"/>
                  <a:gd name="connsiteY2" fmla="*/ 474809 h 1485900"/>
                  <a:gd name="connsiteX3" fmla="*/ 1511314 w 1512005"/>
                  <a:gd name="connsiteY3" fmla="*/ 474809 h 1485900"/>
                  <a:gd name="connsiteX4" fmla="*/ 1511863 w 1512005"/>
                  <a:gd name="connsiteY4" fmla="*/ 1046309 h 1485900"/>
                  <a:gd name="connsiteX5" fmla="*/ 1259890 w 1512005"/>
                  <a:gd name="connsiteY5" fmla="*/ 1046309 h 1485900"/>
                  <a:gd name="connsiteX6" fmla="*/ 1259801 w 1512005"/>
                  <a:gd name="connsiteY6" fmla="*/ 1485900 h 1485900"/>
                  <a:gd name="connsiteX7" fmla="*/ 258506 w 1512005"/>
                  <a:gd name="connsiteY7" fmla="*/ 1482202 h 1485900"/>
                  <a:gd name="connsiteX8" fmla="*/ 258525 w 1512005"/>
                  <a:gd name="connsiteY8" fmla="*/ 1046309 h 1485900"/>
                  <a:gd name="connsiteX9" fmla="*/ 23 w 1512005"/>
                  <a:gd name="connsiteY9" fmla="*/ 1046309 h 1485900"/>
                  <a:gd name="connsiteX10" fmla="*/ 23 w 1512005"/>
                  <a:gd name="connsiteY10" fmla="*/ 474809 h 1485900"/>
                  <a:gd name="connsiteX11" fmla="*/ 258506 w 1512005"/>
                  <a:gd name="connsiteY11" fmla="*/ 474809 h 1485900"/>
                  <a:gd name="connsiteX12" fmla="*/ 258506 w 1512005"/>
                  <a:gd name="connsiteY12" fmla="*/ 0 h 148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12005" h="1485900">
                    <a:moveTo>
                      <a:pt x="258506" y="0"/>
                    </a:moveTo>
                    <a:lnTo>
                      <a:pt x="1259801" y="0"/>
                    </a:lnTo>
                    <a:cubicBezTo>
                      <a:pt x="1259762" y="158910"/>
                      <a:pt x="1259840" y="315899"/>
                      <a:pt x="1259801" y="474809"/>
                    </a:cubicBezTo>
                    <a:cubicBezTo>
                      <a:pt x="1687929" y="481853"/>
                      <a:pt x="1121088" y="475449"/>
                      <a:pt x="1511314" y="474809"/>
                    </a:cubicBezTo>
                    <a:cubicBezTo>
                      <a:pt x="1512730" y="970109"/>
                      <a:pt x="1511466" y="612962"/>
                      <a:pt x="1511863" y="1046309"/>
                    </a:cubicBezTo>
                    <a:lnTo>
                      <a:pt x="1259890" y="1046309"/>
                    </a:lnTo>
                    <a:cubicBezTo>
                      <a:pt x="1259508" y="1192839"/>
                      <a:pt x="1260183" y="1339370"/>
                      <a:pt x="1259801" y="1485900"/>
                    </a:cubicBezTo>
                    <a:lnTo>
                      <a:pt x="258506" y="1482202"/>
                    </a:lnTo>
                    <a:cubicBezTo>
                      <a:pt x="264286" y="842969"/>
                      <a:pt x="259160" y="1217336"/>
                      <a:pt x="258525" y="1046309"/>
                    </a:cubicBezTo>
                    <a:lnTo>
                      <a:pt x="23" y="1046309"/>
                    </a:lnTo>
                    <a:cubicBezTo>
                      <a:pt x="10219" y="557721"/>
                      <a:pt x="-565" y="972485"/>
                      <a:pt x="23" y="474809"/>
                    </a:cubicBezTo>
                    <a:cubicBezTo>
                      <a:pt x="395145" y="480736"/>
                      <a:pt x="-185019" y="480312"/>
                      <a:pt x="258506" y="474809"/>
                    </a:cubicBezTo>
                    <a:lnTo>
                      <a:pt x="258506" y="0"/>
                    </a:lnTo>
                    <a:close/>
                  </a:path>
                </a:pathLst>
              </a:custGeom>
              <a:solidFill>
                <a:srgbClr val="7C9192"/>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Platform</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Social Media</a:t>
                </a:r>
              </a:p>
              <a:p>
                <a:pPr marL="0" marR="0" lvl="0" indent="0" algn="ctr" defTabSz="914400" eaLnBrk="1" fontAlgn="auto" latinLnBrk="0" hangingPunct="1">
                  <a:lnSpc>
                    <a:spcPct val="100000"/>
                  </a:lnSpc>
                  <a:spcBef>
                    <a:spcPts val="0"/>
                  </a:spcBef>
                  <a:spcAft>
                    <a:spcPts val="0"/>
                  </a:spcAft>
                  <a:buClrTx/>
                  <a:buSzTx/>
                  <a:buFontTx/>
                  <a:buNone/>
                  <a:tabLst/>
                  <a:defRPr/>
                </a:pPr>
                <a:endPar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Events overall</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p:txBody>
          </p:sp>
          <p:sp>
            <p:nvSpPr>
              <p:cNvPr id="73" name="Rectangle 6">
                <a:extLst>
                  <a:ext uri="{FF2B5EF4-FFF2-40B4-BE49-F238E27FC236}">
                    <a16:creationId xmlns:a16="http://schemas.microsoft.com/office/drawing/2014/main" id="{FA8D11DA-24A4-A7A4-D748-B00415F6FDA5}"/>
                  </a:ext>
                </a:extLst>
              </p:cNvPr>
              <p:cNvSpPr/>
              <p:nvPr/>
            </p:nvSpPr>
            <p:spPr>
              <a:xfrm>
                <a:off x="7909106" y="1417921"/>
                <a:ext cx="1146913" cy="3009717"/>
              </a:xfrm>
              <a:custGeom>
                <a:avLst/>
                <a:gdLst>
                  <a:gd name="connsiteX0" fmla="*/ 0 w 1144270"/>
                  <a:gd name="connsiteY0" fmla="*/ 0 h 3079750"/>
                  <a:gd name="connsiteX1" fmla="*/ 1144270 w 1144270"/>
                  <a:gd name="connsiteY1" fmla="*/ 0 h 3079750"/>
                  <a:gd name="connsiteX2" fmla="*/ 1144270 w 1144270"/>
                  <a:gd name="connsiteY2" fmla="*/ 3079750 h 3079750"/>
                  <a:gd name="connsiteX3" fmla="*/ 0 w 1144270"/>
                  <a:gd name="connsiteY3" fmla="*/ 3079750 h 3079750"/>
                  <a:gd name="connsiteX4" fmla="*/ 0 w 1144270"/>
                  <a:gd name="connsiteY4" fmla="*/ 0 h 3079750"/>
                  <a:gd name="connsiteX0" fmla="*/ 276 w 1144546"/>
                  <a:gd name="connsiteY0" fmla="*/ 0 h 3079750"/>
                  <a:gd name="connsiteX1" fmla="*/ 1144546 w 1144546"/>
                  <a:gd name="connsiteY1" fmla="*/ 0 h 3079750"/>
                  <a:gd name="connsiteX2" fmla="*/ 1144546 w 1144546"/>
                  <a:gd name="connsiteY2" fmla="*/ 3079750 h 3079750"/>
                  <a:gd name="connsiteX3" fmla="*/ 276 w 1144546"/>
                  <a:gd name="connsiteY3" fmla="*/ 3079750 h 3079750"/>
                  <a:gd name="connsiteX4" fmla="*/ 756 w 1144546"/>
                  <a:gd name="connsiteY4" fmla="*/ 354746 h 3079750"/>
                  <a:gd name="connsiteX5" fmla="*/ 276 w 1144546"/>
                  <a:gd name="connsiteY5" fmla="*/ 0 h 3079750"/>
                  <a:gd name="connsiteX0" fmla="*/ 85119 w 1229389"/>
                  <a:gd name="connsiteY0" fmla="*/ 0 h 3079750"/>
                  <a:gd name="connsiteX1" fmla="*/ 1229389 w 1229389"/>
                  <a:gd name="connsiteY1" fmla="*/ 0 h 3079750"/>
                  <a:gd name="connsiteX2" fmla="*/ 1229389 w 1229389"/>
                  <a:gd name="connsiteY2" fmla="*/ 3079750 h 3079750"/>
                  <a:gd name="connsiteX3" fmla="*/ 85119 w 1229389"/>
                  <a:gd name="connsiteY3" fmla="*/ 3079750 h 3079750"/>
                  <a:gd name="connsiteX4" fmla="*/ 84843 w 1229389"/>
                  <a:gd name="connsiteY4" fmla="*/ 1154846 h 3079750"/>
                  <a:gd name="connsiteX5" fmla="*/ 85599 w 1229389"/>
                  <a:gd name="connsiteY5" fmla="*/ 354746 h 3079750"/>
                  <a:gd name="connsiteX6" fmla="*/ 85119 w 1229389"/>
                  <a:gd name="connsiteY6" fmla="*/ 0 h 3079750"/>
                  <a:gd name="connsiteX0" fmla="*/ 89922 w 1234192"/>
                  <a:gd name="connsiteY0" fmla="*/ 0 h 3079750"/>
                  <a:gd name="connsiteX1" fmla="*/ 1234192 w 1234192"/>
                  <a:gd name="connsiteY1" fmla="*/ 0 h 3079750"/>
                  <a:gd name="connsiteX2" fmla="*/ 1234192 w 1234192"/>
                  <a:gd name="connsiteY2" fmla="*/ 3079750 h 3079750"/>
                  <a:gd name="connsiteX3" fmla="*/ 89922 w 1234192"/>
                  <a:gd name="connsiteY3" fmla="*/ 3079750 h 3079750"/>
                  <a:gd name="connsiteX4" fmla="*/ 89766 w 1234192"/>
                  <a:gd name="connsiteY4" fmla="*/ 2755046 h 3079750"/>
                  <a:gd name="connsiteX5" fmla="*/ 89646 w 1234192"/>
                  <a:gd name="connsiteY5" fmla="*/ 1154846 h 3079750"/>
                  <a:gd name="connsiteX6" fmla="*/ 90402 w 1234192"/>
                  <a:gd name="connsiteY6" fmla="*/ 354746 h 3079750"/>
                  <a:gd name="connsiteX7" fmla="*/ 89922 w 1234192"/>
                  <a:gd name="connsiteY7" fmla="*/ 0 h 3079750"/>
                  <a:gd name="connsiteX0" fmla="*/ 89922 w 1234192"/>
                  <a:gd name="connsiteY0" fmla="*/ 0 h 3079750"/>
                  <a:gd name="connsiteX1" fmla="*/ 1234192 w 1234192"/>
                  <a:gd name="connsiteY1" fmla="*/ 0 h 3079750"/>
                  <a:gd name="connsiteX2" fmla="*/ 1234192 w 1234192"/>
                  <a:gd name="connsiteY2" fmla="*/ 3079750 h 3079750"/>
                  <a:gd name="connsiteX3" fmla="*/ 89922 w 1234192"/>
                  <a:gd name="connsiteY3" fmla="*/ 3079750 h 3079750"/>
                  <a:gd name="connsiteX4" fmla="*/ 89766 w 1234192"/>
                  <a:gd name="connsiteY4" fmla="*/ 2755046 h 3079750"/>
                  <a:gd name="connsiteX5" fmla="*/ 88829 w 1234192"/>
                  <a:gd name="connsiteY5" fmla="*/ 1954946 h 3079750"/>
                  <a:gd name="connsiteX6" fmla="*/ 89646 w 1234192"/>
                  <a:gd name="connsiteY6" fmla="*/ 1154846 h 3079750"/>
                  <a:gd name="connsiteX7" fmla="*/ 90402 w 1234192"/>
                  <a:gd name="connsiteY7" fmla="*/ 354746 h 3079750"/>
                  <a:gd name="connsiteX8" fmla="*/ 89922 w 1234192"/>
                  <a:gd name="connsiteY8" fmla="*/ 0 h 3079750"/>
                  <a:gd name="connsiteX0" fmla="*/ 1103 w 1145373"/>
                  <a:gd name="connsiteY0" fmla="*/ 0 h 3079750"/>
                  <a:gd name="connsiteX1" fmla="*/ 1145373 w 1145373"/>
                  <a:gd name="connsiteY1" fmla="*/ 0 h 3079750"/>
                  <a:gd name="connsiteX2" fmla="*/ 1145373 w 1145373"/>
                  <a:gd name="connsiteY2" fmla="*/ 3079750 h 3079750"/>
                  <a:gd name="connsiteX3" fmla="*/ 1103 w 1145373"/>
                  <a:gd name="connsiteY3" fmla="*/ 3079750 h 3079750"/>
                  <a:gd name="connsiteX4" fmla="*/ 947 w 1145373"/>
                  <a:gd name="connsiteY4" fmla="*/ 2755046 h 3079750"/>
                  <a:gd name="connsiteX5" fmla="*/ 10 w 1145373"/>
                  <a:gd name="connsiteY5" fmla="*/ 1954946 h 3079750"/>
                  <a:gd name="connsiteX6" fmla="*/ 827 w 1145373"/>
                  <a:gd name="connsiteY6" fmla="*/ 1154846 h 3079750"/>
                  <a:gd name="connsiteX7" fmla="*/ 1583 w 1145373"/>
                  <a:gd name="connsiteY7" fmla="*/ 354746 h 3079750"/>
                  <a:gd name="connsiteX8" fmla="*/ 1103 w 1145373"/>
                  <a:gd name="connsiteY8" fmla="*/ 0 h 3079750"/>
                  <a:gd name="connsiteX0" fmla="*/ 1095 w 1145365"/>
                  <a:gd name="connsiteY0" fmla="*/ 0 h 3079750"/>
                  <a:gd name="connsiteX1" fmla="*/ 1145365 w 1145365"/>
                  <a:gd name="connsiteY1" fmla="*/ 0 h 3079750"/>
                  <a:gd name="connsiteX2" fmla="*/ 1145365 w 1145365"/>
                  <a:gd name="connsiteY2" fmla="*/ 3079750 h 3079750"/>
                  <a:gd name="connsiteX3" fmla="*/ 1095 w 1145365"/>
                  <a:gd name="connsiteY3" fmla="*/ 3079750 h 3079750"/>
                  <a:gd name="connsiteX4" fmla="*/ 939 w 1145365"/>
                  <a:gd name="connsiteY4" fmla="*/ 2755046 h 3079750"/>
                  <a:gd name="connsiteX5" fmla="*/ 229039 w 1145365"/>
                  <a:gd name="connsiteY5" fmla="*/ 2755046 h 3079750"/>
                  <a:gd name="connsiteX6" fmla="*/ 2 w 1145365"/>
                  <a:gd name="connsiteY6" fmla="*/ 1954946 h 3079750"/>
                  <a:gd name="connsiteX7" fmla="*/ 819 w 1145365"/>
                  <a:gd name="connsiteY7" fmla="*/ 1154846 h 3079750"/>
                  <a:gd name="connsiteX8" fmla="*/ 1575 w 1145365"/>
                  <a:gd name="connsiteY8" fmla="*/ 354746 h 3079750"/>
                  <a:gd name="connsiteX9" fmla="*/ 1095 w 1145365"/>
                  <a:gd name="connsiteY9" fmla="*/ 0 h 3079750"/>
                  <a:gd name="connsiteX0" fmla="*/ 4186 w 1148456"/>
                  <a:gd name="connsiteY0" fmla="*/ 0 h 3079750"/>
                  <a:gd name="connsiteX1" fmla="*/ 1148456 w 1148456"/>
                  <a:gd name="connsiteY1" fmla="*/ 0 h 3079750"/>
                  <a:gd name="connsiteX2" fmla="*/ 1148456 w 1148456"/>
                  <a:gd name="connsiteY2" fmla="*/ 3079750 h 3079750"/>
                  <a:gd name="connsiteX3" fmla="*/ 4186 w 1148456"/>
                  <a:gd name="connsiteY3" fmla="*/ 3079750 h 3079750"/>
                  <a:gd name="connsiteX4" fmla="*/ 4030 w 1148456"/>
                  <a:gd name="connsiteY4" fmla="*/ 2755046 h 3079750"/>
                  <a:gd name="connsiteX5" fmla="*/ 232130 w 1148456"/>
                  <a:gd name="connsiteY5" fmla="*/ 2755046 h 3079750"/>
                  <a:gd name="connsiteX6" fmla="*/ 232136 w 1148456"/>
                  <a:gd name="connsiteY6" fmla="*/ 1954946 h 3079750"/>
                  <a:gd name="connsiteX7" fmla="*/ 3093 w 1148456"/>
                  <a:gd name="connsiteY7" fmla="*/ 1954946 h 3079750"/>
                  <a:gd name="connsiteX8" fmla="*/ 3910 w 1148456"/>
                  <a:gd name="connsiteY8" fmla="*/ 1154846 h 3079750"/>
                  <a:gd name="connsiteX9" fmla="*/ 4666 w 1148456"/>
                  <a:gd name="connsiteY9" fmla="*/ 354746 h 3079750"/>
                  <a:gd name="connsiteX10" fmla="*/ 4186 w 1148456"/>
                  <a:gd name="connsiteY10" fmla="*/ 0 h 3079750"/>
                  <a:gd name="connsiteX0" fmla="*/ 3689 w 1147959"/>
                  <a:gd name="connsiteY0" fmla="*/ 0 h 3079750"/>
                  <a:gd name="connsiteX1" fmla="*/ 1147959 w 1147959"/>
                  <a:gd name="connsiteY1" fmla="*/ 0 h 3079750"/>
                  <a:gd name="connsiteX2" fmla="*/ 1147959 w 1147959"/>
                  <a:gd name="connsiteY2" fmla="*/ 3079750 h 3079750"/>
                  <a:gd name="connsiteX3" fmla="*/ 3689 w 1147959"/>
                  <a:gd name="connsiteY3" fmla="*/ 3079750 h 3079750"/>
                  <a:gd name="connsiteX4" fmla="*/ 3533 w 1147959"/>
                  <a:gd name="connsiteY4" fmla="*/ 2755046 h 3079750"/>
                  <a:gd name="connsiteX5" fmla="*/ 231633 w 1147959"/>
                  <a:gd name="connsiteY5" fmla="*/ 2755046 h 3079750"/>
                  <a:gd name="connsiteX6" fmla="*/ 231639 w 1147959"/>
                  <a:gd name="connsiteY6" fmla="*/ 1954946 h 3079750"/>
                  <a:gd name="connsiteX7" fmla="*/ 2596 w 1147959"/>
                  <a:gd name="connsiteY7" fmla="*/ 1954946 h 3079750"/>
                  <a:gd name="connsiteX8" fmla="*/ 3413 w 1147959"/>
                  <a:gd name="connsiteY8" fmla="*/ 1154846 h 3079750"/>
                  <a:gd name="connsiteX9" fmla="*/ 232372 w 1147959"/>
                  <a:gd name="connsiteY9" fmla="*/ 1154846 h 3079750"/>
                  <a:gd name="connsiteX10" fmla="*/ 4169 w 1147959"/>
                  <a:gd name="connsiteY10" fmla="*/ 354746 h 3079750"/>
                  <a:gd name="connsiteX11" fmla="*/ 3689 w 1147959"/>
                  <a:gd name="connsiteY11" fmla="*/ 0 h 3079750"/>
                  <a:gd name="connsiteX0" fmla="*/ 3689 w 1147959"/>
                  <a:gd name="connsiteY0" fmla="*/ 0 h 3079750"/>
                  <a:gd name="connsiteX1" fmla="*/ 1147959 w 1147959"/>
                  <a:gd name="connsiteY1" fmla="*/ 0 h 3079750"/>
                  <a:gd name="connsiteX2" fmla="*/ 1147959 w 1147959"/>
                  <a:gd name="connsiteY2" fmla="*/ 3079750 h 3079750"/>
                  <a:gd name="connsiteX3" fmla="*/ 3689 w 1147959"/>
                  <a:gd name="connsiteY3" fmla="*/ 3079750 h 3079750"/>
                  <a:gd name="connsiteX4" fmla="*/ 3533 w 1147959"/>
                  <a:gd name="connsiteY4" fmla="*/ 2755046 h 3079750"/>
                  <a:gd name="connsiteX5" fmla="*/ 231633 w 1147959"/>
                  <a:gd name="connsiteY5" fmla="*/ 2755046 h 3079750"/>
                  <a:gd name="connsiteX6" fmla="*/ 231639 w 1147959"/>
                  <a:gd name="connsiteY6" fmla="*/ 1954946 h 3079750"/>
                  <a:gd name="connsiteX7" fmla="*/ 2596 w 1147959"/>
                  <a:gd name="connsiteY7" fmla="*/ 1954946 h 3079750"/>
                  <a:gd name="connsiteX8" fmla="*/ 3413 w 1147959"/>
                  <a:gd name="connsiteY8" fmla="*/ 1154846 h 3079750"/>
                  <a:gd name="connsiteX9" fmla="*/ 232372 w 1147959"/>
                  <a:gd name="connsiteY9" fmla="*/ 1154846 h 3079750"/>
                  <a:gd name="connsiteX10" fmla="*/ 232897 w 1147959"/>
                  <a:gd name="connsiteY10" fmla="*/ 354746 h 3079750"/>
                  <a:gd name="connsiteX11" fmla="*/ 4169 w 1147959"/>
                  <a:gd name="connsiteY11" fmla="*/ 354746 h 3079750"/>
                  <a:gd name="connsiteX12" fmla="*/ 3689 w 1147959"/>
                  <a:gd name="connsiteY12" fmla="*/ 0 h 3079750"/>
                  <a:gd name="connsiteX0" fmla="*/ 59566 w 1203836"/>
                  <a:gd name="connsiteY0" fmla="*/ 0 h 3079750"/>
                  <a:gd name="connsiteX1" fmla="*/ 1203836 w 1203836"/>
                  <a:gd name="connsiteY1" fmla="*/ 0 h 3079750"/>
                  <a:gd name="connsiteX2" fmla="*/ 1203836 w 1203836"/>
                  <a:gd name="connsiteY2" fmla="*/ 3079750 h 3079750"/>
                  <a:gd name="connsiteX3" fmla="*/ 59566 w 1203836"/>
                  <a:gd name="connsiteY3" fmla="*/ 3079750 h 3079750"/>
                  <a:gd name="connsiteX4" fmla="*/ 59410 w 1203836"/>
                  <a:gd name="connsiteY4" fmla="*/ 2755046 h 3079750"/>
                  <a:gd name="connsiteX5" fmla="*/ 287510 w 1203836"/>
                  <a:gd name="connsiteY5" fmla="*/ 2755046 h 3079750"/>
                  <a:gd name="connsiteX6" fmla="*/ 287516 w 1203836"/>
                  <a:gd name="connsiteY6" fmla="*/ 1954946 h 3079750"/>
                  <a:gd name="connsiteX7" fmla="*/ 58473 w 1203836"/>
                  <a:gd name="connsiteY7" fmla="*/ 1954946 h 3079750"/>
                  <a:gd name="connsiteX8" fmla="*/ 59290 w 1203836"/>
                  <a:gd name="connsiteY8" fmla="*/ 1154846 h 3079750"/>
                  <a:gd name="connsiteX9" fmla="*/ 288249 w 1203836"/>
                  <a:gd name="connsiteY9" fmla="*/ 1154846 h 3079750"/>
                  <a:gd name="connsiteX10" fmla="*/ 288774 w 1203836"/>
                  <a:gd name="connsiteY10" fmla="*/ 354746 h 3079750"/>
                  <a:gd name="connsiteX11" fmla="*/ 60046 w 1203836"/>
                  <a:gd name="connsiteY11" fmla="*/ 354746 h 3079750"/>
                  <a:gd name="connsiteX12" fmla="*/ 59566 w 1203836"/>
                  <a:gd name="connsiteY12" fmla="*/ 0 h 3079750"/>
                  <a:gd name="connsiteX0" fmla="*/ 3689 w 1147959"/>
                  <a:gd name="connsiteY0" fmla="*/ 0 h 3079750"/>
                  <a:gd name="connsiteX1" fmla="*/ 1147959 w 1147959"/>
                  <a:gd name="connsiteY1" fmla="*/ 0 h 3079750"/>
                  <a:gd name="connsiteX2" fmla="*/ 1147959 w 1147959"/>
                  <a:gd name="connsiteY2" fmla="*/ 3079750 h 3079750"/>
                  <a:gd name="connsiteX3" fmla="*/ 3689 w 1147959"/>
                  <a:gd name="connsiteY3" fmla="*/ 3079750 h 3079750"/>
                  <a:gd name="connsiteX4" fmla="*/ 3533 w 1147959"/>
                  <a:gd name="connsiteY4" fmla="*/ 2755046 h 3079750"/>
                  <a:gd name="connsiteX5" fmla="*/ 231633 w 1147959"/>
                  <a:gd name="connsiteY5" fmla="*/ 2755046 h 3079750"/>
                  <a:gd name="connsiteX6" fmla="*/ 231639 w 1147959"/>
                  <a:gd name="connsiteY6" fmla="*/ 1954946 h 3079750"/>
                  <a:gd name="connsiteX7" fmla="*/ 2596 w 1147959"/>
                  <a:gd name="connsiteY7" fmla="*/ 1954946 h 3079750"/>
                  <a:gd name="connsiteX8" fmla="*/ 3413 w 1147959"/>
                  <a:gd name="connsiteY8" fmla="*/ 1154846 h 3079750"/>
                  <a:gd name="connsiteX9" fmla="*/ 232372 w 1147959"/>
                  <a:gd name="connsiteY9" fmla="*/ 1154846 h 3079750"/>
                  <a:gd name="connsiteX10" fmla="*/ 232897 w 1147959"/>
                  <a:gd name="connsiteY10" fmla="*/ 354746 h 3079750"/>
                  <a:gd name="connsiteX11" fmla="*/ 4169 w 1147959"/>
                  <a:gd name="connsiteY11" fmla="*/ 354746 h 3079750"/>
                  <a:gd name="connsiteX12" fmla="*/ 3689 w 1147959"/>
                  <a:gd name="connsiteY12" fmla="*/ 0 h 3079750"/>
                  <a:gd name="connsiteX0" fmla="*/ 3689 w 1147959"/>
                  <a:gd name="connsiteY0" fmla="*/ 0 h 3079750"/>
                  <a:gd name="connsiteX1" fmla="*/ 1147959 w 1147959"/>
                  <a:gd name="connsiteY1" fmla="*/ 0 h 3079750"/>
                  <a:gd name="connsiteX2" fmla="*/ 1147959 w 1147959"/>
                  <a:gd name="connsiteY2" fmla="*/ 3079750 h 3079750"/>
                  <a:gd name="connsiteX3" fmla="*/ 3689 w 1147959"/>
                  <a:gd name="connsiteY3" fmla="*/ 3079750 h 3079750"/>
                  <a:gd name="connsiteX4" fmla="*/ 3533 w 1147959"/>
                  <a:gd name="connsiteY4" fmla="*/ 2755046 h 3079750"/>
                  <a:gd name="connsiteX5" fmla="*/ 231633 w 1147959"/>
                  <a:gd name="connsiteY5" fmla="*/ 2755046 h 3079750"/>
                  <a:gd name="connsiteX6" fmla="*/ 231639 w 1147959"/>
                  <a:gd name="connsiteY6" fmla="*/ 1954946 h 3079750"/>
                  <a:gd name="connsiteX7" fmla="*/ 2596 w 1147959"/>
                  <a:gd name="connsiteY7" fmla="*/ 1954946 h 3079750"/>
                  <a:gd name="connsiteX8" fmla="*/ 3413 w 1147959"/>
                  <a:gd name="connsiteY8" fmla="*/ 1154846 h 3079750"/>
                  <a:gd name="connsiteX9" fmla="*/ 232372 w 1147959"/>
                  <a:gd name="connsiteY9" fmla="*/ 1154846 h 3079750"/>
                  <a:gd name="connsiteX10" fmla="*/ 232897 w 1147959"/>
                  <a:gd name="connsiteY10" fmla="*/ 354746 h 3079750"/>
                  <a:gd name="connsiteX11" fmla="*/ 4169 w 1147959"/>
                  <a:gd name="connsiteY11" fmla="*/ 354746 h 3079750"/>
                  <a:gd name="connsiteX12" fmla="*/ 3689 w 1147959"/>
                  <a:gd name="connsiteY12" fmla="*/ 0 h 3079750"/>
                  <a:gd name="connsiteX0" fmla="*/ 113795 w 1258065"/>
                  <a:gd name="connsiteY0" fmla="*/ 0 h 3079750"/>
                  <a:gd name="connsiteX1" fmla="*/ 1258065 w 1258065"/>
                  <a:gd name="connsiteY1" fmla="*/ 0 h 3079750"/>
                  <a:gd name="connsiteX2" fmla="*/ 1258065 w 1258065"/>
                  <a:gd name="connsiteY2" fmla="*/ 3079750 h 3079750"/>
                  <a:gd name="connsiteX3" fmla="*/ 113795 w 1258065"/>
                  <a:gd name="connsiteY3" fmla="*/ 3079750 h 3079750"/>
                  <a:gd name="connsiteX4" fmla="*/ 113639 w 1258065"/>
                  <a:gd name="connsiteY4" fmla="*/ 2755046 h 3079750"/>
                  <a:gd name="connsiteX5" fmla="*/ 341739 w 1258065"/>
                  <a:gd name="connsiteY5" fmla="*/ 2755046 h 3079750"/>
                  <a:gd name="connsiteX6" fmla="*/ 341745 w 1258065"/>
                  <a:gd name="connsiteY6" fmla="*/ 1954946 h 3079750"/>
                  <a:gd name="connsiteX7" fmla="*/ 112702 w 1258065"/>
                  <a:gd name="connsiteY7" fmla="*/ 1954946 h 3079750"/>
                  <a:gd name="connsiteX8" fmla="*/ 113519 w 1258065"/>
                  <a:gd name="connsiteY8" fmla="*/ 1154846 h 3079750"/>
                  <a:gd name="connsiteX9" fmla="*/ 342478 w 1258065"/>
                  <a:gd name="connsiteY9" fmla="*/ 1154846 h 3079750"/>
                  <a:gd name="connsiteX10" fmla="*/ 343003 w 1258065"/>
                  <a:gd name="connsiteY10" fmla="*/ 354746 h 3079750"/>
                  <a:gd name="connsiteX11" fmla="*/ 114275 w 1258065"/>
                  <a:gd name="connsiteY11" fmla="*/ 354746 h 3079750"/>
                  <a:gd name="connsiteX12" fmla="*/ 113795 w 1258065"/>
                  <a:gd name="connsiteY12" fmla="*/ 0 h 3079750"/>
                  <a:gd name="connsiteX0" fmla="*/ 3689 w 1147959"/>
                  <a:gd name="connsiteY0" fmla="*/ 0 h 3079750"/>
                  <a:gd name="connsiteX1" fmla="*/ 1147959 w 1147959"/>
                  <a:gd name="connsiteY1" fmla="*/ 0 h 3079750"/>
                  <a:gd name="connsiteX2" fmla="*/ 1147959 w 1147959"/>
                  <a:gd name="connsiteY2" fmla="*/ 3079750 h 3079750"/>
                  <a:gd name="connsiteX3" fmla="*/ 3689 w 1147959"/>
                  <a:gd name="connsiteY3" fmla="*/ 3079750 h 3079750"/>
                  <a:gd name="connsiteX4" fmla="*/ 3533 w 1147959"/>
                  <a:gd name="connsiteY4" fmla="*/ 2755046 h 3079750"/>
                  <a:gd name="connsiteX5" fmla="*/ 231633 w 1147959"/>
                  <a:gd name="connsiteY5" fmla="*/ 2755046 h 3079750"/>
                  <a:gd name="connsiteX6" fmla="*/ 231639 w 1147959"/>
                  <a:gd name="connsiteY6" fmla="*/ 1954946 h 3079750"/>
                  <a:gd name="connsiteX7" fmla="*/ 2596 w 1147959"/>
                  <a:gd name="connsiteY7" fmla="*/ 1954946 h 3079750"/>
                  <a:gd name="connsiteX8" fmla="*/ 3413 w 1147959"/>
                  <a:gd name="connsiteY8" fmla="*/ 1154846 h 3079750"/>
                  <a:gd name="connsiteX9" fmla="*/ 232372 w 1147959"/>
                  <a:gd name="connsiteY9" fmla="*/ 1154846 h 3079750"/>
                  <a:gd name="connsiteX10" fmla="*/ 232897 w 1147959"/>
                  <a:gd name="connsiteY10" fmla="*/ 354746 h 3079750"/>
                  <a:gd name="connsiteX11" fmla="*/ 4169 w 1147959"/>
                  <a:gd name="connsiteY11" fmla="*/ 354746 h 3079750"/>
                  <a:gd name="connsiteX12" fmla="*/ 3689 w 1147959"/>
                  <a:gd name="connsiteY12" fmla="*/ 0 h 3079750"/>
                  <a:gd name="connsiteX0" fmla="*/ 2061 w 1146331"/>
                  <a:gd name="connsiteY0" fmla="*/ 0 h 3079750"/>
                  <a:gd name="connsiteX1" fmla="*/ 1146331 w 1146331"/>
                  <a:gd name="connsiteY1" fmla="*/ 0 h 3079750"/>
                  <a:gd name="connsiteX2" fmla="*/ 1146331 w 1146331"/>
                  <a:gd name="connsiteY2" fmla="*/ 3079750 h 3079750"/>
                  <a:gd name="connsiteX3" fmla="*/ 2061 w 1146331"/>
                  <a:gd name="connsiteY3" fmla="*/ 3079750 h 3079750"/>
                  <a:gd name="connsiteX4" fmla="*/ 1905 w 1146331"/>
                  <a:gd name="connsiteY4" fmla="*/ 2755046 h 3079750"/>
                  <a:gd name="connsiteX5" fmla="*/ 230005 w 1146331"/>
                  <a:gd name="connsiteY5" fmla="*/ 2755046 h 3079750"/>
                  <a:gd name="connsiteX6" fmla="*/ 230011 w 1146331"/>
                  <a:gd name="connsiteY6" fmla="*/ 1954946 h 3079750"/>
                  <a:gd name="connsiteX7" fmla="*/ 968 w 1146331"/>
                  <a:gd name="connsiteY7" fmla="*/ 1954946 h 3079750"/>
                  <a:gd name="connsiteX8" fmla="*/ 1785 w 1146331"/>
                  <a:gd name="connsiteY8" fmla="*/ 1154846 h 3079750"/>
                  <a:gd name="connsiteX9" fmla="*/ 230744 w 1146331"/>
                  <a:gd name="connsiteY9" fmla="*/ 1154846 h 3079750"/>
                  <a:gd name="connsiteX10" fmla="*/ 231269 w 1146331"/>
                  <a:gd name="connsiteY10" fmla="*/ 354746 h 3079750"/>
                  <a:gd name="connsiteX11" fmla="*/ 2541 w 1146331"/>
                  <a:gd name="connsiteY11" fmla="*/ 354746 h 3079750"/>
                  <a:gd name="connsiteX12" fmla="*/ 2061 w 1146331"/>
                  <a:gd name="connsiteY12" fmla="*/ 0 h 3079750"/>
                  <a:gd name="connsiteX0" fmla="*/ 2061 w 1146331"/>
                  <a:gd name="connsiteY0" fmla="*/ 0 h 3079750"/>
                  <a:gd name="connsiteX1" fmla="*/ 1146331 w 1146331"/>
                  <a:gd name="connsiteY1" fmla="*/ 0 h 3079750"/>
                  <a:gd name="connsiteX2" fmla="*/ 1146331 w 1146331"/>
                  <a:gd name="connsiteY2" fmla="*/ 3079750 h 3079750"/>
                  <a:gd name="connsiteX3" fmla="*/ 2061 w 1146331"/>
                  <a:gd name="connsiteY3" fmla="*/ 3079750 h 3079750"/>
                  <a:gd name="connsiteX4" fmla="*/ 1905 w 1146331"/>
                  <a:gd name="connsiteY4" fmla="*/ 2755046 h 3079750"/>
                  <a:gd name="connsiteX5" fmla="*/ 230005 w 1146331"/>
                  <a:gd name="connsiteY5" fmla="*/ 2755046 h 3079750"/>
                  <a:gd name="connsiteX6" fmla="*/ 230011 w 1146331"/>
                  <a:gd name="connsiteY6" fmla="*/ 1954946 h 3079750"/>
                  <a:gd name="connsiteX7" fmla="*/ 968 w 1146331"/>
                  <a:gd name="connsiteY7" fmla="*/ 1954946 h 3079750"/>
                  <a:gd name="connsiteX8" fmla="*/ 1785 w 1146331"/>
                  <a:gd name="connsiteY8" fmla="*/ 1154846 h 3079750"/>
                  <a:gd name="connsiteX9" fmla="*/ 230744 w 1146331"/>
                  <a:gd name="connsiteY9" fmla="*/ 1154846 h 3079750"/>
                  <a:gd name="connsiteX10" fmla="*/ 231269 w 1146331"/>
                  <a:gd name="connsiteY10" fmla="*/ 354746 h 3079750"/>
                  <a:gd name="connsiteX11" fmla="*/ 2541 w 1146331"/>
                  <a:gd name="connsiteY11" fmla="*/ 354746 h 3079750"/>
                  <a:gd name="connsiteX12" fmla="*/ 2061 w 1146331"/>
                  <a:gd name="connsiteY12" fmla="*/ 0 h 3079750"/>
                  <a:gd name="connsiteX0" fmla="*/ 2061 w 1146331"/>
                  <a:gd name="connsiteY0" fmla="*/ 0 h 3079750"/>
                  <a:gd name="connsiteX1" fmla="*/ 1146331 w 1146331"/>
                  <a:gd name="connsiteY1" fmla="*/ 0 h 3079750"/>
                  <a:gd name="connsiteX2" fmla="*/ 1146331 w 1146331"/>
                  <a:gd name="connsiteY2" fmla="*/ 3079750 h 3079750"/>
                  <a:gd name="connsiteX3" fmla="*/ 2061 w 1146331"/>
                  <a:gd name="connsiteY3" fmla="*/ 3079750 h 3079750"/>
                  <a:gd name="connsiteX4" fmla="*/ 1905 w 1146331"/>
                  <a:gd name="connsiteY4" fmla="*/ 2755046 h 3079750"/>
                  <a:gd name="connsiteX5" fmla="*/ 230005 w 1146331"/>
                  <a:gd name="connsiteY5" fmla="*/ 2755046 h 3079750"/>
                  <a:gd name="connsiteX6" fmla="*/ 230011 w 1146331"/>
                  <a:gd name="connsiteY6" fmla="*/ 1954946 h 3079750"/>
                  <a:gd name="connsiteX7" fmla="*/ 968 w 1146331"/>
                  <a:gd name="connsiteY7" fmla="*/ 1954946 h 3079750"/>
                  <a:gd name="connsiteX8" fmla="*/ 1785 w 1146331"/>
                  <a:gd name="connsiteY8" fmla="*/ 1154846 h 3079750"/>
                  <a:gd name="connsiteX9" fmla="*/ 230744 w 1146331"/>
                  <a:gd name="connsiteY9" fmla="*/ 1154846 h 3079750"/>
                  <a:gd name="connsiteX10" fmla="*/ 231269 w 1146331"/>
                  <a:gd name="connsiteY10" fmla="*/ 354746 h 3079750"/>
                  <a:gd name="connsiteX11" fmla="*/ 2541 w 1146331"/>
                  <a:gd name="connsiteY11" fmla="*/ 354746 h 3079750"/>
                  <a:gd name="connsiteX12" fmla="*/ 2061 w 1146331"/>
                  <a:gd name="connsiteY12" fmla="*/ 0 h 3079750"/>
                  <a:gd name="connsiteX0" fmla="*/ 2061 w 1146331"/>
                  <a:gd name="connsiteY0" fmla="*/ 0 h 3079750"/>
                  <a:gd name="connsiteX1" fmla="*/ 1146331 w 1146331"/>
                  <a:gd name="connsiteY1" fmla="*/ 0 h 3079750"/>
                  <a:gd name="connsiteX2" fmla="*/ 1146331 w 1146331"/>
                  <a:gd name="connsiteY2" fmla="*/ 3079750 h 3079750"/>
                  <a:gd name="connsiteX3" fmla="*/ 2061 w 1146331"/>
                  <a:gd name="connsiteY3" fmla="*/ 3079750 h 3079750"/>
                  <a:gd name="connsiteX4" fmla="*/ 1905 w 1146331"/>
                  <a:gd name="connsiteY4" fmla="*/ 2755046 h 3079750"/>
                  <a:gd name="connsiteX5" fmla="*/ 230005 w 1146331"/>
                  <a:gd name="connsiteY5" fmla="*/ 2755046 h 3079750"/>
                  <a:gd name="connsiteX6" fmla="*/ 230011 w 1146331"/>
                  <a:gd name="connsiteY6" fmla="*/ 1954946 h 3079750"/>
                  <a:gd name="connsiteX7" fmla="*/ 968 w 1146331"/>
                  <a:gd name="connsiteY7" fmla="*/ 1954946 h 3079750"/>
                  <a:gd name="connsiteX8" fmla="*/ 1785 w 1146331"/>
                  <a:gd name="connsiteY8" fmla="*/ 1154846 h 3079750"/>
                  <a:gd name="connsiteX9" fmla="*/ 230744 w 1146331"/>
                  <a:gd name="connsiteY9" fmla="*/ 1154846 h 3079750"/>
                  <a:gd name="connsiteX10" fmla="*/ 231269 w 1146331"/>
                  <a:gd name="connsiteY10" fmla="*/ 354746 h 3079750"/>
                  <a:gd name="connsiteX11" fmla="*/ 2541 w 1146331"/>
                  <a:gd name="connsiteY11" fmla="*/ 354746 h 3079750"/>
                  <a:gd name="connsiteX12" fmla="*/ 2061 w 1146331"/>
                  <a:gd name="connsiteY12" fmla="*/ 0 h 3079750"/>
                  <a:gd name="connsiteX0" fmla="*/ 2061 w 1146331"/>
                  <a:gd name="connsiteY0" fmla="*/ 0 h 3079750"/>
                  <a:gd name="connsiteX1" fmla="*/ 1146331 w 1146331"/>
                  <a:gd name="connsiteY1" fmla="*/ 0 h 3079750"/>
                  <a:gd name="connsiteX2" fmla="*/ 1146331 w 1146331"/>
                  <a:gd name="connsiteY2" fmla="*/ 3079750 h 3079750"/>
                  <a:gd name="connsiteX3" fmla="*/ 2061 w 1146331"/>
                  <a:gd name="connsiteY3" fmla="*/ 3079750 h 3079750"/>
                  <a:gd name="connsiteX4" fmla="*/ 1905 w 1146331"/>
                  <a:gd name="connsiteY4" fmla="*/ 2755046 h 3079750"/>
                  <a:gd name="connsiteX5" fmla="*/ 230005 w 1146331"/>
                  <a:gd name="connsiteY5" fmla="*/ 2755046 h 3079750"/>
                  <a:gd name="connsiteX6" fmla="*/ 230011 w 1146331"/>
                  <a:gd name="connsiteY6" fmla="*/ 1954946 h 3079750"/>
                  <a:gd name="connsiteX7" fmla="*/ 968 w 1146331"/>
                  <a:gd name="connsiteY7" fmla="*/ 1954946 h 3079750"/>
                  <a:gd name="connsiteX8" fmla="*/ 1785 w 1146331"/>
                  <a:gd name="connsiteY8" fmla="*/ 1154846 h 3079750"/>
                  <a:gd name="connsiteX9" fmla="*/ 230744 w 1146331"/>
                  <a:gd name="connsiteY9" fmla="*/ 1154846 h 3079750"/>
                  <a:gd name="connsiteX10" fmla="*/ 231269 w 1146331"/>
                  <a:gd name="connsiteY10" fmla="*/ 354746 h 3079750"/>
                  <a:gd name="connsiteX11" fmla="*/ 2541 w 1146331"/>
                  <a:gd name="connsiteY11" fmla="*/ 354746 h 3079750"/>
                  <a:gd name="connsiteX12" fmla="*/ 2061 w 1146331"/>
                  <a:gd name="connsiteY12" fmla="*/ 0 h 3079750"/>
                  <a:gd name="connsiteX0" fmla="*/ 33009 w 1177279"/>
                  <a:gd name="connsiteY0" fmla="*/ 0 h 3079750"/>
                  <a:gd name="connsiteX1" fmla="*/ 1177279 w 1177279"/>
                  <a:gd name="connsiteY1" fmla="*/ 0 h 3079750"/>
                  <a:gd name="connsiteX2" fmla="*/ 1177279 w 1177279"/>
                  <a:gd name="connsiteY2" fmla="*/ 3079750 h 3079750"/>
                  <a:gd name="connsiteX3" fmla="*/ 33009 w 1177279"/>
                  <a:gd name="connsiteY3" fmla="*/ 3079750 h 3079750"/>
                  <a:gd name="connsiteX4" fmla="*/ 32853 w 1177279"/>
                  <a:gd name="connsiteY4" fmla="*/ 2755046 h 3079750"/>
                  <a:gd name="connsiteX5" fmla="*/ 260953 w 1177279"/>
                  <a:gd name="connsiteY5" fmla="*/ 2755046 h 3079750"/>
                  <a:gd name="connsiteX6" fmla="*/ 260959 w 1177279"/>
                  <a:gd name="connsiteY6" fmla="*/ 1954946 h 3079750"/>
                  <a:gd name="connsiteX7" fmla="*/ 31916 w 1177279"/>
                  <a:gd name="connsiteY7" fmla="*/ 1954946 h 3079750"/>
                  <a:gd name="connsiteX8" fmla="*/ 32733 w 1177279"/>
                  <a:gd name="connsiteY8" fmla="*/ 1154846 h 3079750"/>
                  <a:gd name="connsiteX9" fmla="*/ 261692 w 1177279"/>
                  <a:gd name="connsiteY9" fmla="*/ 1154846 h 3079750"/>
                  <a:gd name="connsiteX10" fmla="*/ 262217 w 1177279"/>
                  <a:gd name="connsiteY10" fmla="*/ 354746 h 3079750"/>
                  <a:gd name="connsiteX11" fmla="*/ 33489 w 1177279"/>
                  <a:gd name="connsiteY11" fmla="*/ 354746 h 3079750"/>
                  <a:gd name="connsiteX12" fmla="*/ 33009 w 1177279"/>
                  <a:gd name="connsiteY12" fmla="*/ 0 h 3079750"/>
                  <a:gd name="connsiteX0" fmla="*/ 2061 w 1146331"/>
                  <a:gd name="connsiteY0" fmla="*/ 0 h 3079750"/>
                  <a:gd name="connsiteX1" fmla="*/ 1146331 w 1146331"/>
                  <a:gd name="connsiteY1" fmla="*/ 0 h 3079750"/>
                  <a:gd name="connsiteX2" fmla="*/ 1146331 w 1146331"/>
                  <a:gd name="connsiteY2" fmla="*/ 3079750 h 3079750"/>
                  <a:gd name="connsiteX3" fmla="*/ 2061 w 1146331"/>
                  <a:gd name="connsiteY3" fmla="*/ 3079750 h 3079750"/>
                  <a:gd name="connsiteX4" fmla="*/ 1905 w 1146331"/>
                  <a:gd name="connsiteY4" fmla="*/ 2755046 h 3079750"/>
                  <a:gd name="connsiteX5" fmla="*/ 230005 w 1146331"/>
                  <a:gd name="connsiteY5" fmla="*/ 2755046 h 3079750"/>
                  <a:gd name="connsiteX6" fmla="*/ 230011 w 1146331"/>
                  <a:gd name="connsiteY6" fmla="*/ 1954946 h 3079750"/>
                  <a:gd name="connsiteX7" fmla="*/ 968 w 1146331"/>
                  <a:gd name="connsiteY7" fmla="*/ 1954946 h 3079750"/>
                  <a:gd name="connsiteX8" fmla="*/ 1785 w 1146331"/>
                  <a:gd name="connsiteY8" fmla="*/ 1154846 h 3079750"/>
                  <a:gd name="connsiteX9" fmla="*/ 230744 w 1146331"/>
                  <a:gd name="connsiteY9" fmla="*/ 1154846 h 3079750"/>
                  <a:gd name="connsiteX10" fmla="*/ 231269 w 1146331"/>
                  <a:gd name="connsiteY10" fmla="*/ 354746 h 3079750"/>
                  <a:gd name="connsiteX11" fmla="*/ 2541 w 1146331"/>
                  <a:gd name="connsiteY11" fmla="*/ 354746 h 3079750"/>
                  <a:gd name="connsiteX12" fmla="*/ 2061 w 1146331"/>
                  <a:gd name="connsiteY12" fmla="*/ 0 h 3079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331" h="3079750">
                    <a:moveTo>
                      <a:pt x="2061" y="0"/>
                    </a:moveTo>
                    <a:lnTo>
                      <a:pt x="1146331" y="0"/>
                    </a:lnTo>
                    <a:lnTo>
                      <a:pt x="1146331" y="3079750"/>
                    </a:lnTo>
                    <a:lnTo>
                      <a:pt x="2061" y="3079750"/>
                    </a:lnTo>
                    <a:cubicBezTo>
                      <a:pt x="3389" y="2169503"/>
                      <a:pt x="1951" y="3075863"/>
                      <a:pt x="1905" y="2755046"/>
                    </a:cubicBezTo>
                    <a:cubicBezTo>
                      <a:pt x="389201" y="2750875"/>
                      <a:pt x="-157721" y="2757767"/>
                      <a:pt x="230005" y="2755046"/>
                    </a:cubicBezTo>
                    <a:cubicBezTo>
                      <a:pt x="229290" y="1815672"/>
                      <a:pt x="233620" y="2868225"/>
                      <a:pt x="230011" y="1954946"/>
                    </a:cubicBezTo>
                    <a:cubicBezTo>
                      <a:pt x="-253650" y="1948382"/>
                      <a:pt x="384314" y="1954627"/>
                      <a:pt x="968" y="1954946"/>
                    </a:cubicBezTo>
                    <a:cubicBezTo>
                      <a:pt x="-2176" y="1409700"/>
                      <a:pt x="3501" y="1305805"/>
                      <a:pt x="1785" y="1154846"/>
                    </a:cubicBezTo>
                    <a:cubicBezTo>
                      <a:pt x="460926" y="1157568"/>
                      <a:pt x="-368059" y="1162210"/>
                      <a:pt x="230744" y="1154846"/>
                    </a:cubicBezTo>
                    <a:cubicBezTo>
                      <a:pt x="234097" y="1043748"/>
                      <a:pt x="234729" y="1383286"/>
                      <a:pt x="231269" y="354746"/>
                    </a:cubicBezTo>
                    <a:cubicBezTo>
                      <a:pt x="-237025" y="355866"/>
                      <a:pt x="466843" y="363124"/>
                      <a:pt x="2541" y="354746"/>
                    </a:cubicBezTo>
                    <a:lnTo>
                      <a:pt x="2061" y="0"/>
                    </a:lnTo>
                    <a:close/>
                  </a:path>
                </a:pathLst>
              </a:custGeom>
              <a:solidFill>
                <a:srgbClr val="7C9192"/>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Governments</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Developers</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p>
              <a:p>
                <a:pPr marL="0" marR="0" lvl="0" indent="0" algn="ctr" defTabSz="914400" eaLnBrk="1" fontAlgn="auto" latinLnBrk="0" hangingPunct="1">
                  <a:lnSpc>
                    <a:spcPct val="100000"/>
                  </a:lnSpc>
                  <a:spcBef>
                    <a:spcPts val="0"/>
                  </a:spcBef>
                  <a:spcAft>
                    <a:spcPts val="0"/>
                  </a:spcAft>
                  <a:buClrTx/>
                  <a:buSzTx/>
                  <a:buFontTx/>
                  <a:buNone/>
                  <a:tabLst/>
                  <a:defRPr/>
                </a:pPr>
                <a:endPar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Population</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p:txBody>
          </p:sp>
          <p:sp>
            <p:nvSpPr>
              <p:cNvPr id="74" name="Rectangle 4">
                <a:extLst>
                  <a:ext uri="{FF2B5EF4-FFF2-40B4-BE49-F238E27FC236}">
                    <a16:creationId xmlns:a16="http://schemas.microsoft.com/office/drawing/2014/main" id="{6E1DD0FB-5042-77E0-A1BC-0C670C5F5C9D}"/>
                  </a:ext>
                </a:extLst>
              </p:cNvPr>
              <p:cNvSpPr/>
              <p:nvPr/>
            </p:nvSpPr>
            <p:spPr>
              <a:xfrm>
                <a:off x="6658156" y="1417921"/>
                <a:ext cx="1379468" cy="1452006"/>
              </a:xfrm>
              <a:custGeom>
                <a:avLst/>
                <a:gdLst>
                  <a:gd name="connsiteX0" fmla="*/ 0 w 1027430"/>
                  <a:gd name="connsiteY0" fmla="*/ 0 h 1485900"/>
                  <a:gd name="connsiteX1" fmla="*/ 1027430 w 1027430"/>
                  <a:gd name="connsiteY1" fmla="*/ 0 h 1485900"/>
                  <a:gd name="connsiteX2" fmla="*/ 1027430 w 1027430"/>
                  <a:gd name="connsiteY2" fmla="*/ 1485900 h 1485900"/>
                  <a:gd name="connsiteX3" fmla="*/ 0 w 1027430"/>
                  <a:gd name="connsiteY3" fmla="*/ 1485900 h 1485900"/>
                  <a:gd name="connsiteX4" fmla="*/ 0 w 1027430"/>
                  <a:gd name="connsiteY4" fmla="*/ 0 h 1485900"/>
                  <a:gd name="connsiteX0" fmla="*/ 3810 w 1031240"/>
                  <a:gd name="connsiteY0" fmla="*/ 0 h 1485900"/>
                  <a:gd name="connsiteX1" fmla="*/ 1031240 w 1031240"/>
                  <a:gd name="connsiteY1" fmla="*/ 0 h 1485900"/>
                  <a:gd name="connsiteX2" fmla="*/ 1031240 w 1031240"/>
                  <a:gd name="connsiteY2" fmla="*/ 1485900 h 1485900"/>
                  <a:gd name="connsiteX3" fmla="*/ 3810 w 1031240"/>
                  <a:gd name="connsiteY3" fmla="*/ 1485900 h 1485900"/>
                  <a:gd name="connsiteX4" fmla="*/ 0 w 1031240"/>
                  <a:gd name="connsiteY4" fmla="*/ 459740 h 1485900"/>
                  <a:gd name="connsiteX5" fmla="*/ 3810 w 1031240"/>
                  <a:gd name="connsiteY5" fmla="*/ 0 h 1485900"/>
                  <a:gd name="connsiteX0" fmla="*/ 77338 w 1104768"/>
                  <a:gd name="connsiteY0" fmla="*/ 0 h 1485900"/>
                  <a:gd name="connsiteX1" fmla="*/ 1104768 w 1104768"/>
                  <a:gd name="connsiteY1" fmla="*/ 0 h 1485900"/>
                  <a:gd name="connsiteX2" fmla="*/ 1104768 w 1104768"/>
                  <a:gd name="connsiteY2" fmla="*/ 1485900 h 1485900"/>
                  <a:gd name="connsiteX3" fmla="*/ 77338 w 1104768"/>
                  <a:gd name="connsiteY3" fmla="*/ 1485900 h 1485900"/>
                  <a:gd name="connsiteX4" fmla="*/ 73528 w 1104768"/>
                  <a:gd name="connsiteY4" fmla="*/ 1031240 h 1485900"/>
                  <a:gd name="connsiteX5" fmla="*/ 73528 w 1104768"/>
                  <a:gd name="connsiteY5" fmla="*/ 459740 h 1485900"/>
                  <a:gd name="connsiteX6" fmla="*/ 77338 w 1104768"/>
                  <a:gd name="connsiteY6"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0 w 1261049"/>
                  <a:gd name="connsiteY5" fmla="*/ 459740 h 1485900"/>
                  <a:gd name="connsiteX6" fmla="*/ 229809 w 1261049"/>
                  <a:gd name="connsiteY6" fmla="*/ 459740 h 1485900"/>
                  <a:gd name="connsiteX7" fmla="*/ 233619 w 1261049"/>
                  <a:gd name="connsiteY7" fmla="*/ 0 h 1485900"/>
                  <a:gd name="connsiteX0" fmla="*/ 251925 w 1279355"/>
                  <a:gd name="connsiteY0" fmla="*/ 0 h 1485900"/>
                  <a:gd name="connsiteX1" fmla="*/ 1279355 w 1279355"/>
                  <a:gd name="connsiteY1" fmla="*/ 0 h 1485900"/>
                  <a:gd name="connsiteX2" fmla="*/ 1279355 w 1279355"/>
                  <a:gd name="connsiteY2" fmla="*/ 1485900 h 1485900"/>
                  <a:gd name="connsiteX3" fmla="*/ 251925 w 1279355"/>
                  <a:gd name="connsiteY3" fmla="*/ 1485900 h 1485900"/>
                  <a:gd name="connsiteX4" fmla="*/ 248115 w 1279355"/>
                  <a:gd name="connsiteY4" fmla="*/ 1031240 h 1485900"/>
                  <a:gd name="connsiteX5" fmla="*/ 19577 w 1279355"/>
                  <a:gd name="connsiteY5" fmla="*/ 1031240 h 1485900"/>
                  <a:gd name="connsiteX6" fmla="*/ 18306 w 1279355"/>
                  <a:gd name="connsiteY6" fmla="*/ 459740 h 1485900"/>
                  <a:gd name="connsiteX7" fmla="*/ 248115 w 1279355"/>
                  <a:gd name="connsiteY7" fmla="*/ 459740 h 1485900"/>
                  <a:gd name="connsiteX8" fmla="*/ 251925 w 1279355"/>
                  <a:gd name="connsiteY8" fmla="*/ 0 h 1485900"/>
                  <a:gd name="connsiteX0" fmla="*/ 251925 w 1279355"/>
                  <a:gd name="connsiteY0" fmla="*/ 0 h 1485900"/>
                  <a:gd name="connsiteX1" fmla="*/ 1279355 w 1279355"/>
                  <a:gd name="connsiteY1" fmla="*/ 0 h 1485900"/>
                  <a:gd name="connsiteX2" fmla="*/ 1279355 w 1279355"/>
                  <a:gd name="connsiteY2" fmla="*/ 1485900 h 1485900"/>
                  <a:gd name="connsiteX3" fmla="*/ 251925 w 1279355"/>
                  <a:gd name="connsiteY3" fmla="*/ 1485900 h 1485900"/>
                  <a:gd name="connsiteX4" fmla="*/ 248115 w 1279355"/>
                  <a:gd name="connsiteY4" fmla="*/ 1031240 h 1485900"/>
                  <a:gd name="connsiteX5" fmla="*/ 19577 w 1279355"/>
                  <a:gd name="connsiteY5" fmla="*/ 1031240 h 1485900"/>
                  <a:gd name="connsiteX6" fmla="*/ 18306 w 1279355"/>
                  <a:gd name="connsiteY6" fmla="*/ 459740 h 1485900"/>
                  <a:gd name="connsiteX7" fmla="*/ 248115 w 1279355"/>
                  <a:gd name="connsiteY7" fmla="*/ 459740 h 1485900"/>
                  <a:gd name="connsiteX8" fmla="*/ 251925 w 1279355"/>
                  <a:gd name="connsiteY8" fmla="*/ 0 h 1485900"/>
                  <a:gd name="connsiteX0" fmla="*/ 335311 w 1362741"/>
                  <a:gd name="connsiteY0" fmla="*/ 0 h 1485900"/>
                  <a:gd name="connsiteX1" fmla="*/ 1362741 w 1362741"/>
                  <a:gd name="connsiteY1" fmla="*/ 0 h 1485900"/>
                  <a:gd name="connsiteX2" fmla="*/ 1362741 w 1362741"/>
                  <a:gd name="connsiteY2" fmla="*/ 1485900 h 1485900"/>
                  <a:gd name="connsiteX3" fmla="*/ 335311 w 1362741"/>
                  <a:gd name="connsiteY3" fmla="*/ 1485900 h 1485900"/>
                  <a:gd name="connsiteX4" fmla="*/ 331501 w 1362741"/>
                  <a:gd name="connsiteY4" fmla="*/ 1031240 h 1485900"/>
                  <a:gd name="connsiteX5" fmla="*/ 102963 w 1362741"/>
                  <a:gd name="connsiteY5" fmla="*/ 1031240 h 1485900"/>
                  <a:gd name="connsiteX6" fmla="*/ 101692 w 1362741"/>
                  <a:gd name="connsiteY6" fmla="*/ 459740 h 1485900"/>
                  <a:gd name="connsiteX7" fmla="*/ 331501 w 1362741"/>
                  <a:gd name="connsiteY7" fmla="*/ 459740 h 1485900"/>
                  <a:gd name="connsiteX8" fmla="*/ 335311 w 1362741"/>
                  <a:gd name="connsiteY8" fmla="*/ 0 h 1485900"/>
                  <a:gd name="connsiteX0" fmla="*/ 251926 w 1279356"/>
                  <a:gd name="connsiteY0" fmla="*/ 0 h 1485900"/>
                  <a:gd name="connsiteX1" fmla="*/ 1279356 w 1279356"/>
                  <a:gd name="connsiteY1" fmla="*/ 0 h 1485900"/>
                  <a:gd name="connsiteX2" fmla="*/ 1279356 w 1279356"/>
                  <a:gd name="connsiteY2" fmla="*/ 1485900 h 1485900"/>
                  <a:gd name="connsiteX3" fmla="*/ 251926 w 1279356"/>
                  <a:gd name="connsiteY3" fmla="*/ 1485900 h 1485900"/>
                  <a:gd name="connsiteX4" fmla="*/ 248116 w 1279356"/>
                  <a:gd name="connsiteY4" fmla="*/ 1031240 h 1485900"/>
                  <a:gd name="connsiteX5" fmla="*/ 19578 w 1279356"/>
                  <a:gd name="connsiteY5" fmla="*/ 1031240 h 1485900"/>
                  <a:gd name="connsiteX6" fmla="*/ 18307 w 1279356"/>
                  <a:gd name="connsiteY6" fmla="*/ 459740 h 1485900"/>
                  <a:gd name="connsiteX7" fmla="*/ 248116 w 1279356"/>
                  <a:gd name="connsiteY7" fmla="*/ 459740 h 1485900"/>
                  <a:gd name="connsiteX8" fmla="*/ 251926 w 1279356"/>
                  <a:gd name="connsiteY8" fmla="*/ 0 h 1485900"/>
                  <a:gd name="connsiteX0" fmla="*/ 236843 w 1264273"/>
                  <a:gd name="connsiteY0" fmla="*/ 0 h 1485900"/>
                  <a:gd name="connsiteX1" fmla="*/ 1264273 w 1264273"/>
                  <a:gd name="connsiteY1" fmla="*/ 0 h 1485900"/>
                  <a:gd name="connsiteX2" fmla="*/ 1264273 w 1264273"/>
                  <a:gd name="connsiteY2" fmla="*/ 1485900 h 1485900"/>
                  <a:gd name="connsiteX3" fmla="*/ 236843 w 1264273"/>
                  <a:gd name="connsiteY3" fmla="*/ 1485900 h 1485900"/>
                  <a:gd name="connsiteX4" fmla="*/ 233033 w 1264273"/>
                  <a:gd name="connsiteY4" fmla="*/ 1031240 h 1485900"/>
                  <a:gd name="connsiteX5" fmla="*/ 4495 w 1264273"/>
                  <a:gd name="connsiteY5" fmla="*/ 1031240 h 1485900"/>
                  <a:gd name="connsiteX6" fmla="*/ 3224 w 1264273"/>
                  <a:gd name="connsiteY6" fmla="*/ 459740 h 1485900"/>
                  <a:gd name="connsiteX7" fmla="*/ 233033 w 1264273"/>
                  <a:gd name="connsiteY7" fmla="*/ 459740 h 1485900"/>
                  <a:gd name="connsiteX8" fmla="*/ 236843 w 1264273"/>
                  <a:gd name="connsiteY8"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1271 w 1261049"/>
                  <a:gd name="connsiteY5" fmla="*/ 1031240 h 1485900"/>
                  <a:gd name="connsiteX6" fmla="*/ 0 w 1261049"/>
                  <a:gd name="connsiteY6" fmla="*/ 459740 h 1485900"/>
                  <a:gd name="connsiteX7" fmla="*/ 229809 w 1261049"/>
                  <a:gd name="connsiteY7" fmla="*/ 459740 h 1485900"/>
                  <a:gd name="connsiteX8" fmla="*/ 233619 w 1261049"/>
                  <a:gd name="connsiteY8"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1271 w 1261049"/>
                  <a:gd name="connsiteY5" fmla="*/ 1031240 h 1485900"/>
                  <a:gd name="connsiteX6" fmla="*/ 0 w 1261049"/>
                  <a:gd name="connsiteY6" fmla="*/ 459740 h 1485900"/>
                  <a:gd name="connsiteX7" fmla="*/ 229809 w 1261049"/>
                  <a:gd name="connsiteY7" fmla="*/ 459740 h 1485900"/>
                  <a:gd name="connsiteX8" fmla="*/ 233619 w 1261049"/>
                  <a:gd name="connsiteY8"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1271 w 1261049"/>
                  <a:gd name="connsiteY5" fmla="*/ 1031240 h 1485900"/>
                  <a:gd name="connsiteX6" fmla="*/ 0 w 1261049"/>
                  <a:gd name="connsiteY6" fmla="*/ 459740 h 1485900"/>
                  <a:gd name="connsiteX7" fmla="*/ 229809 w 1261049"/>
                  <a:gd name="connsiteY7" fmla="*/ 459740 h 1485900"/>
                  <a:gd name="connsiteX8" fmla="*/ 233619 w 1261049"/>
                  <a:gd name="connsiteY8"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1271 w 1261049"/>
                  <a:gd name="connsiteY5" fmla="*/ 1031240 h 1485900"/>
                  <a:gd name="connsiteX6" fmla="*/ 0 w 1261049"/>
                  <a:gd name="connsiteY6" fmla="*/ 459740 h 1485900"/>
                  <a:gd name="connsiteX7" fmla="*/ 229809 w 1261049"/>
                  <a:gd name="connsiteY7" fmla="*/ 459740 h 1485900"/>
                  <a:gd name="connsiteX8" fmla="*/ 233619 w 1261049"/>
                  <a:gd name="connsiteY8"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1271 w 1261049"/>
                  <a:gd name="connsiteY5" fmla="*/ 1031240 h 1485900"/>
                  <a:gd name="connsiteX6" fmla="*/ 0 w 1261049"/>
                  <a:gd name="connsiteY6" fmla="*/ 459740 h 1485900"/>
                  <a:gd name="connsiteX7" fmla="*/ 229809 w 1261049"/>
                  <a:gd name="connsiteY7" fmla="*/ 459740 h 1485900"/>
                  <a:gd name="connsiteX8" fmla="*/ 233619 w 1261049"/>
                  <a:gd name="connsiteY8"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1271 w 1261049"/>
                  <a:gd name="connsiteY5" fmla="*/ 1031240 h 1485900"/>
                  <a:gd name="connsiteX6" fmla="*/ 0 w 1261049"/>
                  <a:gd name="connsiteY6" fmla="*/ 459740 h 1485900"/>
                  <a:gd name="connsiteX7" fmla="*/ 229809 w 1261049"/>
                  <a:gd name="connsiteY7" fmla="*/ 459740 h 1485900"/>
                  <a:gd name="connsiteX8" fmla="*/ 233619 w 1261049"/>
                  <a:gd name="connsiteY8" fmla="*/ 0 h 1485900"/>
                  <a:gd name="connsiteX0" fmla="*/ 233619 w 1261049"/>
                  <a:gd name="connsiteY0" fmla="*/ 0 h 1485900"/>
                  <a:gd name="connsiteX1" fmla="*/ 1261049 w 1261049"/>
                  <a:gd name="connsiteY1" fmla="*/ 0 h 1485900"/>
                  <a:gd name="connsiteX2" fmla="*/ 1261049 w 1261049"/>
                  <a:gd name="connsiteY2" fmla="*/ 1485900 h 1485900"/>
                  <a:gd name="connsiteX3" fmla="*/ 233619 w 1261049"/>
                  <a:gd name="connsiteY3" fmla="*/ 1485900 h 1485900"/>
                  <a:gd name="connsiteX4" fmla="*/ 229809 w 1261049"/>
                  <a:gd name="connsiteY4" fmla="*/ 1031240 h 1485900"/>
                  <a:gd name="connsiteX5" fmla="*/ 1271 w 1261049"/>
                  <a:gd name="connsiteY5" fmla="*/ 1031240 h 1485900"/>
                  <a:gd name="connsiteX6" fmla="*/ 0 w 1261049"/>
                  <a:gd name="connsiteY6" fmla="*/ 459740 h 1485900"/>
                  <a:gd name="connsiteX7" fmla="*/ 229809 w 1261049"/>
                  <a:gd name="connsiteY7" fmla="*/ 459740 h 1485900"/>
                  <a:gd name="connsiteX8" fmla="*/ 233619 w 1261049"/>
                  <a:gd name="connsiteY8" fmla="*/ 0 h 1485900"/>
                  <a:gd name="connsiteX0" fmla="*/ 232348 w 1259778"/>
                  <a:gd name="connsiteY0" fmla="*/ 0 h 1485900"/>
                  <a:gd name="connsiteX1" fmla="*/ 1259778 w 1259778"/>
                  <a:gd name="connsiteY1" fmla="*/ 0 h 1485900"/>
                  <a:gd name="connsiteX2" fmla="*/ 1259778 w 1259778"/>
                  <a:gd name="connsiteY2" fmla="*/ 1485900 h 1485900"/>
                  <a:gd name="connsiteX3" fmla="*/ 232348 w 1259778"/>
                  <a:gd name="connsiteY3" fmla="*/ 1485900 h 1485900"/>
                  <a:gd name="connsiteX4" fmla="*/ 228538 w 1259778"/>
                  <a:gd name="connsiteY4" fmla="*/ 1031240 h 1485900"/>
                  <a:gd name="connsiteX5" fmla="*/ 0 w 1259778"/>
                  <a:gd name="connsiteY5" fmla="*/ 1031240 h 1485900"/>
                  <a:gd name="connsiteX6" fmla="*/ 5082 w 1259778"/>
                  <a:gd name="connsiteY6" fmla="*/ 459014 h 1485900"/>
                  <a:gd name="connsiteX7" fmla="*/ 228538 w 1259778"/>
                  <a:gd name="connsiteY7" fmla="*/ 459740 h 1485900"/>
                  <a:gd name="connsiteX8" fmla="*/ 232348 w 1259778"/>
                  <a:gd name="connsiteY8" fmla="*/ 0 h 1485900"/>
                  <a:gd name="connsiteX0" fmla="*/ 232348 w 1259778"/>
                  <a:gd name="connsiteY0" fmla="*/ 0 h 1485900"/>
                  <a:gd name="connsiteX1" fmla="*/ 1259778 w 1259778"/>
                  <a:gd name="connsiteY1" fmla="*/ 0 h 1485900"/>
                  <a:gd name="connsiteX2" fmla="*/ 1259778 w 1259778"/>
                  <a:gd name="connsiteY2" fmla="*/ 1485900 h 1485900"/>
                  <a:gd name="connsiteX3" fmla="*/ 232348 w 1259778"/>
                  <a:gd name="connsiteY3" fmla="*/ 1485900 h 1485900"/>
                  <a:gd name="connsiteX4" fmla="*/ 228538 w 1259778"/>
                  <a:gd name="connsiteY4" fmla="*/ 1031240 h 1485900"/>
                  <a:gd name="connsiteX5" fmla="*/ 0 w 1259778"/>
                  <a:gd name="connsiteY5" fmla="*/ 1030514 h 1485900"/>
                  <a:gd name="connsiteX6" fmla="*/ 5082 w 1259778"/>
                  <a:gd name="connsiteY6" fmla="*/ 459014 h 1485900"/>
                  <a:gd name="connsiteX7" fmla="*/ 228538 w 1259778"/>
                  <a:gd name="connsiteY7" fmla="*/ 459740 h 1485900"/>
                  <a:gd name="connsiteX8" fmla="*/ 232348 w 1259778"/>
                  <a:gd name="connsiteY8" fmla="*/ 0 h 1485900"/>
                  <a:gd name="connsiteX0" fmla="*/ 232348 w 1259778"/>
                  <a:gd name="connsiteY0" fmla="*/ 0 h 1485900"/>
                  <a:gd name="connsiteX1" fmla="*/ 1259778 w 1259778"/>
                  <a:gd name="connsiteY1" fmla="*/ 0 h 1485900"/>
                  <a:gd name="connsiteX2" fmla="*/ 1259778 w 1259778"/>
                  <a:gd name="connsiteY2" fmla="*/ 1485900 h 1485900"/>
                  <a:gd name="connsiteX3" fmla="*/ 232348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28538 w 1259778"/>
                  <a:gd name="connsiteY7" fmla="*/ 459740 h 1485900"/>
                  <a:gd name="connsiteX8" fmla="*/ 232348 w 1259778"/>
                  <a:gd name="connsiteY8" fmla="*/ 0 h 1485900"/>
                  <a:gd name="connsiteX0" fmla="*/ 232348 w 1259778"/>
                  <a:gd name="connsiteY0" fmla="*/ 0 h 1485900"/>
                  <a:gd name="connsiteX1" fmla="*/ 1259778 w 1259778"/>
                  <a:gd name="connsiteY1" fmla="*/ 0 h 1485900"/>
                  <a:gd name="connsiteX2" fmla="*/ 1259778 w 1259778"/>
                  <a:gd name="connsiteY2" fmla="*/ 1485900 h 1485900"/>
                  <a:gd name="connsiteX3" fmla="*/ 235057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28538 w 1259778"/>
                  <a:gd name="connsiteY7" fmla="*/ 459740 h 1485900"/>
                  <a:gd name="connsiteX8" fmla="*/ 232348 w 1259778"/>
                  <a:gd name="connsiteY8" fmla="*/ 0 h 1485900"/>
                  <a:gd name="connsiteX0" fmla="*/ 232348 w 1259778"/>
                  <a:gd name="connsiteY0" fmla="*/ 0 h 1485900"/>
                  <a:gd name="connsiteX1" fmla="*/ 1259778 w 1259778"/>
                  <a:gd name="connsiteY1" fmla="*/ 0 h 1485900"/>
                  <a:gd name="connsiteX2" fmla="*/ 1259778 w 1259778"/>
                  <a:gd name="connsiteY2" fmla="*/ 1485900 h 1485900"/>
                  <a:gd name="connsiteX3" fmla="*/ 235057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35057 w 1259778"/>
                  <a:gd name="connsiteY7" fmla="*/ 459014 h 1485900"/>
                  <a:gd name="connsiteX8" fmla="*/ 232348 w 1259778"/>
                  <a:gd name="connsiteY8" fmla="*/ 0 h 1485900"/>
                  <a:gd name="connsiteX0" fmla="*/ 235057 w 1259778"/>
                  <a:gd name="connsiteY0" fmla="*/ 0 h 1485900"/>
                  <a:gd name="connsiteX1" fmla="*/ 1259778 w 1259778"/>
                  <a:gd name="connsiteY1" fmla="*/ 0 h 1485900"/>
                  <a:gd name="connsiteX2" fmla="*/ 1259778 w 1259778"/>
                  <a:gd name="connsiteY2" fmla="*/ 1485900 h 1485900"/>
                  <a:gd name="connsiteX3" fmla="*/ 235057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35057 w 1259778"/>
                  <a:gd name="connsiteY7" fmla="*/ 459014 h 1485900"/>
                  <a:gd name="connsiteX8" fmla="*/ 235057 w 1259778"/>
                  <a:gd name="connsiteY8" fmla="*/ 0 h 1485900"/>
                  <a:gd name="connsiteX0" fmla="*/ 235057 w 1259778"/>
                  <a:gd name="connsiteY0" fmla="*/ 0 h 1485900"/>
                  <a:gd name="connsiteX1" fmla="*/ 1259778 w 1259778"/>
                  <a:gd name="connsiteY1" fmla="*/ 0 h 1485900"/>
                  <a:gd name="connsiteX2" fmla="*/ 1259778 w 1259778"/>
                  <a:gd name="connsiteY2" fmla="*/ 1485900 h 1485900"/>
                  <a:gd name="connsiteX3" fmla="*/ 235057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35057 w 1259778"/>
                  <a:gd name="connsiteY7" fmla="*/ 459014 h 1485900"/>
                  <a:gd name="connsiteX8" fmla="*/ 235057 w 1259778"/>
                  <a:gd name="connsiteY8" fmla="*/ 0 h 1485900"/>
                  <a:gd name="connsiteX0" fmla="*/ 235057 w 1259778"/>
                  <a:gd name="connsiteY0" fmla="*/ 0 h 1485900"/>
                  <a:gd name="connsiteX1" fmla="*/ 1259778 w 1259778"/>
                  <a:gd name="connsiteY1" fmla="*/ 0 h 1485900"/>
                  <a:gd name="connsiteX2" fmla="*/ 1259778 w 1259778"/>
                  <a:gd name="connsiteY2" fmla="*/ 1485900 h 1485900"/>
                  <a:gd name="connsiteX3" fmla="*/ 235057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35057 w 1259778"/>
                  <a:gd name="connsiteY7" fmla="*/ 459014 h 1485900"/>
                  <a:gd name="connsiteX8" fmla="*/ 235057 w 1259778"/>
                  <a:gd name="connsiteY8" fmla="*/ 0 h 1485900"/>
                  <a:gd name="connsiteX0" fmla="*/ 235057 w 1259778"/>
                  <a:gd name="connsiteY0" fmla="*/ 0 h 1485900"/>
                  <a:gd name="connsiteX1" fmla="*/ 1259778 w 1259778"/>
                  <a:gd name="connsiteY1" fmla="*/ 0 h 1485900"/>
                  <a:gd name="connsiteX2" fmla="*/ 1259778 w 1259778"/>
                  <a:gd name="connsiteY2" fmla="*/ 1485900 h 1485900"/>
                  <a:gd name="connsiteX3" fmla="*/ 235057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35057 w 1259778"/>
                  <a:gd name="connsiteY7" fmla="*/ 459014 h 1485900"/>
                  <a:gd name="connsiteX8" fmla="*/ 235057 w 1259778"/>
                  <a:gd name="connsiteY8" fmla="*/ 0 h 1485900"/>
                  <a:gd name="connsiteX0" fmla="*/ 235057 w 1259778"/>
                  <a:gd name="connsiteY0" fmla="*/ 0 h 1485900"/>
                  <a:gd name="connsiteX1" fmla="*/ 1259778 w 1259778"/>
                  <a:gd name="connsiteY1" fmla="*/ 0 h 1485900"/>
                  <a:gd name="connsiteX2" fmla="*/ 1259778 w 1259778"/>
                  <a:gd name="connsiteY2" fmla="*/ 1485900 h 1485900"/>
                  <a:gd name="connsiteX3" fmla="*/ 235057 w 1259778"/>
                  <a:gd name="connsiteY3" fmla="*/ 1485900 h 1485900"/>
                  <a:gd name="connsiteX4" fmla="*/ 235057 w 1259778"/>
                  <a:gd name="connsiteY4" fmla="*/ 1030514 h 1485900"/>
                  <a:gd name="connsiteX5" fmla="*/ 0 w 1259778"/>
                  <a:gd name="connsiteY5" fmla="*/ 1030514 h 1485900"/>
                  <a:gd name="connsiteX6" fmla="*/ 5082 w 1259778"/>
                  <a:gd name="connsiteY6" fmla="*/ 459014 h 1485900"/>
                  <a:gd name="connsiteX7" fmla="*/ 235057 w 1259778"/>
                  <a:gd name="connsiteY7" fmla="*/ 459014 h 1485900"/>
                  <a:gd name="connsiteX8" fmla="*/ 235057 w 1259778"/>
                  <a:gd name="connsiteY8" fmla="*/ 0 h 1485900"/>
                  <a:gd name="connsiteX0" fmla="*/ 235057 w 1259789"/>
                  <a:gd name="connsiteY0" fmla="*/ 0 h 1485900"/>
                  <a:gd name="connsiteX1" fmla="*/ 1259778 w 1259789"/>
                  <a:gd name="connsiteY1" fmla="*/ 0 h 1485900"/>
                  <a:gd name="connsiteX2" fmla="*/ 1259778 w 1259789"/>
                  <a:gd name="connsiteY2" fmla="*/ 474809 h 1485900"/>
                  <a:gd name="connsiteX3" fmla="*/ 1259778 w 1259789"/>
                  <a:gd name="connsiteY3" fmla="*/ 1485900 h 1485900"/>
                  <a:gd name="connsiteX4" fmla="*/ 235057 w 1259789"/>
                  <a:gd name="connsiteY4" fmla="*/ 1485900 h 1485900"/>
                  <a:gd name="connsiteX5" fmla="*/ 235057 w 1259789"/>
                  <a:gd name="connsiteY5" fmla="*/ 1030514 h 1485900"/>
                  <a:gd name="connsiteX6" fmla="*/ 0 w 1259789"/>
                  <a:gd name="connsiteY6" fmla="*/ 1030514 h 1485900"/>
                  <a:gd name="connsiteX7" fmla="*/ 5082 w 1259789"/>
                  <a:gd name="connsiteY7" fmla="*/ 459014 h 1485900"/>
                  <a:gd name="connsiteX8" fmla="*/ 235057 w 1259789"/>
                  <a:gd name="connsiteY8" fmla="*/ 459014 h 1485900"/>
                  <a:gd name="connsiteX9" fmla="*/ 235057 w 1259789"/>
                  <a:gd name="connsiteY9" fmla="*/ 0 h 1485900"/>
                  <a:gd name="connsiteX0" fmla="*/ 235057 w 1511291"/>
                  <a:gd name="connsiteY0" fmla="*/ 0 h 1485900"/>
                  <a:gd name="connsiteX1" fmla="*/ 1259778 w 1511291"/>
                  <a:gd name="connsiteY1" fmla="*/ 0 h 1485900"/>
                  <a:gd name="connsiteX2" fmla="*/ 1259778 w 1511291"/>
                  <a:gd name="connsiteY2" fmla="*/ 474809 h 1485900"/>
                  <a:gd name="connsiteX3" fmla="*/ 1511291 w 1511291"/>
                  <a:gd name="connsiteY3" fmla="*/ 474809 h 1485900"/>
                  <a:gd name="connsiteX4" fmla="*/ 1259778 w 1511291"/>
                  <a:gd name="connsiteY4" fmla="*/ 1485900 h 1485900"/>
                  <a:gd name="connsiteX5" fmla="*/ 235057 w 1511291"/>
                  <a:gd name="connsiteY5" fmla="*/ 1485900 h 1485900"/>
                  <a:gd name="connsiteX6" fmla="*/ 235057 w 1511291"/>
                  <a:gd name="connsiteY6" fmla="*/ 1030514 h 1485900"/>
                  <a:gd name="connsiteX7" fmla="*/ 0 w 1511291"/>
                  <a:gd name="connsiteY7" fmla="*/ 1030514 h 1485900"/>
                  <a:gd name="connsiteX8" fmla="*/ 5082 w 1511291"/>
                  <a:gd name="connsiteY8" fmla="*/ 459014 h 1485900"/>
                  <a:gd name="connsiteX9" fmla="*/ 235057 w 1511291"/>
                  <a:gd name="connsiteY9" fmla="*/ 459014 h 1485900"/>
                  <a:gd name="connsiteX10" fmla="*/ 235057 w 1511291"/>
                  <a:gd name="connsiteY10" fmla="*/ 0 h 1485900"/>
                  <a:gd name="connsiteX0" fmla="*/ 235057 w 1511291"/>
                  <a:gd name="connsiteY0" fmla="*/ 0 h 1485900"/>
                  <a:gd name="connsiteX1" fmla="*/ 1259778 w 1511291"/>
                  <a:gd name="connsiteY1" fmla="*/ 0 h 1485900"/>
                  <a:gd name="connsiteX2" fmla="*/ 1259778 w 1511291"/>
                  <a:gd name="connsiteY2" fmla="*/ 474809 h 1485900"/>
                  <a:gd name="connsiteX3" fmla="*/ 1511291 w 1511291"/>
                  <a:gd name="connsiteY3" fmla="*/ 474809 h 1485900"/>
                  <a:gd name="connsiteX4" fmla="*/ 1260925 w 1511291"/>
                  <a:gd name="connsiteY4" fmla="*/ 1046309 h 1485900"/>
                  <a:gd name="connsiteX5" fmla="*/ 1259778 w 1511291"/>
                  <a:gd name="connsiteY5" fmla="*/ 1485900 h 1485900"/>
                  <a:gd name="connsiteX6" fmla="*/ 235057 w 1511291"/>
                  <a:gd name="connsiteY6" fmla="*/ 1485900 h 1485900"/>
                  <a:gd name="connsiteX7" fmla="*/ 235057 w 1511291"/>
                  <a:gd name="connsiteY7" fmla="*/ 1030514 h 1485900"/>
                  <a:gd name="connsiteX8" fmla="*/ 0 w 1511291"/>
                  <a:gd name="connsiteY8" fmla="*/ 1030514 h 1485900"/>
                  <a:gd name="connsiteX9" fmla="*/ 5082 w 1511291"/>
                  <a:gd name="connsiteY9" fmla="*/ 459014 h 1485900"/>
                  <a:gd name="connsiteX10" fmla="*/ 235057 w 1511291"/>
                  <a:gd name="connsiteY10" fmla="*/ 459014 h 1485900"/>
                  <a:gd name="connsiteX11" fmla="*/ 235057 w 1511291"/>
                  <a:gd name="connsiteY11" fmla="*/ 0 h 1485900"/>
                  <a:gd name="connsiteX0" fmla="*/ 235057 w 1534593"/>
                  <a:gd name="connsiteY0" fmla="*/ 0 h 1485900"/>
                  <a:gd name="connsiteX1" fmla="*/ 1259778 w 1534593"/>
                  <a:gd name="connsiteY1" fmla="*/ 0 h 1485900"/>
                  <a:gd name="connsiteX2" fmla="*/ 1259778 w 1534593"/>
                  <a:gd name="connsiteY2" fmla="*/ 474809 h 1485900"/>
                  <a:gd name="connsiteX3" fmla="*/ 1511291 w 1534593"/>
                  <a:gd name="connsiteY3" fmla="*/ 474809 h 1485900"/>
                  <a:gd name="connsiteX4" fmla="*/ 1511291 w 1534593"/>
                  <a:gd name="connsiteY4" fmla="*/ 1046309 h 1485900"/>
                  <a:gd name="connsiteX5" fmla="*/ 1260925 w 1534593"/>
                  <a:gd name="connsiteY5" fmla="*/ 1046309 h 1485900"/>
                  <a:gd name="connsiteX6" fmla="*/ 1259778 w 1534593"/>
                  <a:gd name="connsiteY6" fmla="*/ 1485900 h 1485900"/>
                  <a:gd name="connsiteX7" fmla="*/ 235057 w 1534593"/>
                  <a:gd name="connsiteY7" fmla="*/ 1485900 h 1485900"/>
                  <a:gd name="connsiteX8" fmla="*/ 235057 w 1534593"/>
                  <a:gd name="connsiteY8" fmla="*/ 1030514 h 1485900"/>
                  <a:gd name="connsiteX9" fmla="*/ 0 w 1534593"/>
                  <a:gd name="connsiteY9" fmla="*/ 1030514 h 1485900"/>
                  <a:gd name="connsiteX10" fmla="*/ 5082 w 1534593"/>
                  <a:gd name="connsiteY10" fmla="*/ 459014 h 1485900"/>
                  <a:gd name="connsiteX11" fmla="*/ 235057 w 1534593"/>
                  <a:gd name="connsiteY11" fmla="*/ 459014 h 1485900"/>
                  <a:gd name="connsiteX12" fmla="*/ 235057 w 1534593"/>
                  <a:gd name="connsiteY12" fmla="*/ 0 h 1485900"/>
                  <a:gd name="connsiteX0" fmla="*/ 235057 w 1535379"/>
                  <a:gd name="connsiteY0" fmla="*/ 0 h 1485900"/>
                  <a:gd name="connsiteX1" fmla="*/ 1259778 w 1535379"/>
                  <a:gd name="connsiteY1" fmla="*/ 0 h 1485900"/>
                  <a:gd name="connsiteX2" fmla="*/ 1259778 w 1535379"/>
                  <a:gd name="connsiteY2" fmla="*/ 474809 h 1485900"/>
                  <a:gd name="connsiteX3" fmla="*/ 1511291 w 1535379"/>
                  <a:gd name="connsiteY3" fmla="*/ 474809 h 1485900"/>
                  <a:gd name="connsiteX4" fmla="*/ 1511291 w 1535379"/>
                  <a:gd name="connsiteY4" fmla="*/ 1046309 h 1485900"/>
                  <a:gd name="connsiteX5" fmla="*/ 1260925 w 1535379"/>
                  <a:gd name="connsiteY5" fmla="*/ 1046309 h 1485900"/>
                  <a:gd name="connsiteX6" fmla="*/ 1259778 w 1535379"/>
                  <a:gd name="connsiteY6" fmla="*/ 1485900 h 1485900"/>
                  <a:gd name="connsiteX7" fmla="*/ 235057 w 1535379"/>
                  <a:gd name="connsiteY7" fmla="*/ 1485900 h 1485900"/>
                  <a:gd name="connsiteX8" fmla="*/ 235057 w 1535379"/>
                  <a:gd name="connsiteY8" fmla="*/ 1030514 h 1485900"/>
                  <a:gd name="connsiteX9" fmla="*/ 0 w 1535379"/>
                  <a:gd name="connsiteY9" fmla="*/ 1030514 h 1485900"/>
                  <a:gd name="connsiteX10" fmla="*/ 5082 w 1535379"/>
                  <a:gd name="connsiteY10" fmla="*/ 459014 h 1485900"/>
                  <a:gd name="connsiteX11" fmla="*/ 235057 w 1535379"/>
                  <a:gd name="connsiteY11" fmla="*/ 459014 h 1485900"/>
                  <a:gd name="connsiteX12" fmla="*/ 235057 w 1535379"/>
                  <a:gd name="connsiteY12" fmla="*/ 0 h 1485900"/>
                  <a:gd name="connsiteX0" fmla="*/ 235057 w 1534592"/>
                  <a:gd name="connsiteY0" fmla="*/ 0 h 1485900"/>
                  <a:gd name="connsiteX1" fmla="*/ 1259778 w 1534592"/>
                  <a:gd name="connsiteY1" fmla="*/ 0 h 1485900"/>
                  <a:gd name="connsiteX2" fmla="*/ 1259778 w 1534592"/>
                  <a:gd name="connsiteY2" fmla="*/ 474809 h 1485900"/>
                  <a:gd name="connsiteX3" fmla="*/ 1511291 w 1534592"/>
                  <a:gd name="connsiteY3" fmla="*/ 474809 h 1485900"/>
                  <a:gd name="connsiteX4" fmla="*/ 1511291 w 1534592"/>
                  <a:gd name="connsiteY4" fmla="*/ 1046309 h 1485900"/>
                  <a:gd name="connsiteX5" fmla="*/ 1260925 w 1534592"/>
                  <a:gd name="connsiteY5" fmla="*/ 1046309 h 1485900"/>
                  <a:gd name="connsiteX6" fmla="*/ 1259778 w 1534592"/>
                  <a:gd name="connsiteY6" fmla="*/ 1485900 h 1485900"/>
                  <a:gd name="connsiteX7" fmla="*/ 235057 w 1534592"/>
                  <a:gd name="connsiteY7" fmla="*/ 1485900 h 1485900"/>
                  <a:gd name="connsiteX8" fmla="*/ 235057 w 1534592"/>
                  <a:gd name="connsiteY8" fmla="*/ 1030514 h 1485900"/>
                  <a:gd name="connsiteX9" fmla="*/ 0 w 1534592"/>
                  <a:gd name="connsiteY9" fmla="*/ 1030514 h 1485900"/>
                  <a:gd name="connsiteX10" fmla="*/ 5082 w 1534592"/>
                  <a:gd name="connsiteY10" fmla="*/ 459014 h 1485900"/>
                  <a:gd name="connsiteX11" fmla="*/ 235057 w 1534592"/>
                  <a:gd name="connsiteY11" fmla="*/ 459014 h 1485900"/>
                  <a:gd name="connsiteX12" fmla="*/ 235057 w 1534592"/>
                  <a:gd name="connsiteY12" fmla="*/ 0 h 1485900"/>
                  <a:gd name="connsiteX0" fmla="*/ 235057 w 1521500"/>
                  <a:gd name="connsiteY0" fmla="*/ 0 h 1485900"/>
                  <a:gd name="connsiteX1" fmla="*/ 1259778 w 1521500"/>
                  <a:gd name="connsiteY1" fmla="*/ 0 h 1485900"/>
                  <a:gd name="connsiteX2" fmla="*/ 1259778 w 1521500"/>
                  <a:gd name="connsiteY2" fmla="*/ 474809 h 1485900"/>
                  <a:gd name="connsiteX3" fmla="*/ 1511291 w 1521500"/>
                  <a:gd name="connsiteY3" fmla="*/ 474809 h 1485900"/>
                  <a:gd name="connsiteX4" fmla="*/ 1511291 w 1521500"/>
                  <a:gd name="connsiteY4" fmla="*/ 1046309 h 1485900"/>
                  <a:gd name="connsiteX5" fmla="*/ 1260925 w 1521500"/>
                  <a:gd name="connsiteY5" fmla="*/ 1046309 h 1485900"/>
                  <a:gd name="connsiteX6" fmla="*/ 1259778 w 1521500"/>
                  <a:gd name="connsiteY6" fmla="*/ 1485900 h 1485900"/>
                  <a:gd name="connsiteX7" fmla="*/ 235057 w 1521500"/>
                  <a:gd name="connsiteY7" fmla="*/ 1485900 h 1485900"/>
                  <a:gd name="connsiteX8" fmla="*/ 235057 w 1521500"/>
                  <a:gd name="connsiteY8" fmla="*/ 1030514 h 1485900"/>
                  <a:gd name="connsiteX9" fmla="*/ 0 w 1521500"/>
                  <a:gd name="connsiteY9" fmla="*/ 1030514 h 1485900"/>
                  <a:gd name="connsiteX10" fmla="*/ 5082 w 1521500"/>
                  <a:gd name="connsiteY10" fmla="*/ 459014 h 1485900"/>
                  <a:gd name="connsiteX11" fmla="*/ 235057 w 1521500"/>
                  <a:gd name="connsiteY11" fmla="*/ 459014 h 1485900"/>
                  <a:gd name="connsiteX12" fmla="*/ 235057 w 1521500"/>
                  <a:gd name="connsiteY12" fmla="*/ 0 h 1485900"/>
                  <a:gd name="connsiteX0" fmla="*/ 235057 w 1519322"/>
                  <a:gd name="connsiteY0" fmla="*/ 0 h 1485900"/>
                  <a:gd name="connsiteX1" fmla="*/ 1259778 w 1519322"/>
                  <a:gd name="connsiteY1" fmla="*/ 0 h 1485900"/>
                  <a:gd name="connsiteX2" fmla="*/ 1259778 w 1519322"/>
                  <a:gd name="connsiteY2" fmla="*/ 474809 h 1485900"/>
                  <a:gd name="connsiteX3" fmla="*/ 1511291 w 1519322"/>
                  <a:gd name="connsiteY3" fmla="*/ 474809 h 1485900"/>
                  <a:gd name="connsiteX4" fmla="*/ 1511291 w 1519322"/>
                  <a:gd name="connsiteY4" fmla="*/ 1046309 h 1485900"/>
                  <a:gd name="connsiteX5" fmla="*/ 1260925 w 1519322"/>
                  <a:gd name="connsiteY5" fmla="*/ 1046309 h 1485900"/>
                  <a:gd name="connsiteX6" fmla="*/ 1259778 w 1519322"/>
                  <a:gd name="connsiteY6" fmla="*/ 1485900 h 1485900"/>
                  <a:gd name="connsiteX7" fmla="*/ 235057 w 1519322"/>
                  <a:gd name="connsiteY7" fmla="*/ 1485900 h 1485900"/>
                  <a:gd name="connsiteX8" fmla="*/ 235057 w 1519322"/>
                  <a:gd name="connsiteY8" fmla="*/ 1030514 h 1485900"/>
                  <a:gd name="connsiteX9" fmla="*/ 0 w 1519322"/>
                  <a:gd name="connsiteY9" fmla="*/ 1030514 h 1485900"/>
                  <a:gd name="connsiteX10" fmla="*/ 5082 w 1519322"/>
                  <a:gd name="connsiteY10" fmla="*/ 459014 h 1485900"/>
                  <a:gd name="connsiteX11" fmla="*/ 235057 w 1519322"/>
                  <a:gd name="connsiteY11" fmla="*/ 459014 h 1485900"/>
                  <a:gd name="connsiteX12" fmla="*/ 235057 w 1519322"/>
                  <a:gd name="connsiteY12" fmla="*/ 0 h 1485900"/>
                  <a:gd name="connsiteX0" fmla="*/ 235057 w 1511840"/>
                  <a:gd name="connsiteY0" fmla="*/ 0 h 1485900"/>
                  <a:gd name="connsiteX1" fmla="*/ 1259778 w 1511840"/>
                  <a:gd name="connsiteY1" fmla="*/ 0 h 1485900"/>
                  <a:gd name="connsiteX2" fmla="*/ 1259778 w 1511840"/>
                  <a:gd name="connsiteY2" fmla="*/ 474809 h 1485900"/>
                  <a:gd name="connsiteX3" fmla="*/ 1511291 w 1511840"/>
                  <a:gd name="connsiteY3" fmla="*/ 474809 h 1485900"/>
                  <a:gd name="connsiteX4" fmla="*/ 1511291 w 1511840"/>
                  <a:gd name="connsiteY4" fmla="*/ 1046309 h 1485900"/>
                  <a:gd name="connsiteX5" fmla="*/ 1260925 w 1511840"/>
                  <a:gd name="connsiteY5" fmla="*/ 1046309 h 1485900"/>
                  <a:gd name="connsiteX6" fmla="*/ 1259778 w 1511840"/>
                  <a:gd name="connsiteY6" fmla="*/ 1485900 h 1485900"/>
                  <a:gd name="connsiteX7" fmla="*/ 235057 w 1511840"/>
                  <a:gd name="connsiteY7" fmla="*/ 1485900 h 1485900"/>
                  <a:gd name="connsiteX8" fmla="*/ 235057 w 1511840"/>
                  <a:gd name="connsiteY8" fmla="*/ 1030514 h 1485900"/>
                  <a:gd name="connsiteX9" fmla="*/ 0 w 1511840"/>
                  <a:gd name="connsiteY9" fmla="*/ 1030514 h 1485900"/>
                  <a:gd name="connsiteX10" fmla="*/ 5082 w 1511840"/>
                  <a:gd name="connsiteY10" fmla="*/ 459014 h 1485900"/>
                  <a:gd name="connsiteX11" fmla="*/ 235057 w 1511840"/>
                  <a:gd name="connsiteY11" fmla="*/ 459014 h 1485900"/>
                  <a:gd name="connsiteX12" fmla="*/ 235057 w 1511840"/>
                  <a:gd name="connsiteY12" fmla="*/ 0 h 1485900"/>
                  <a:gd name="connsiteX0" fmla="*/ 235057 w 1511840"/>
                  <a:gd name="connsiteY0" fmla="*/ 0 h 1485900"/>
                  <a:gd name="connsiteX1" fmla="*/ 1259778 w 1511840"/>
                  <a:gd name="connsiteY1" fmla="*/ 0 h 1485900"/>
                  <a:gd name="connsiteX2" fmla="*/ 1259778 w 1511840"/>
                  <a:gd name="connsiteY2" fmla="*/ 474809 h 1485900"/>
                  <a:gd name="connsiteX3" fmla="*/ 1511291 w 1511840"/>
                  <a:gd name="connsiteY3" fmla="*/ 474809 h 1485900"/>
                  <a:gd name="connsiteX4" fmla="*/ 1511291 w 1511840"/>
                  <a:gd name="connsiteY4" fmla="*/ 1046309 h 1485900"/>
                  <a:gd name="connsiteX5" fmla="*/ 1260925 w 1511840"/>
                  <a:gd name="connsiteY5" fmla="*/ 1046309 h 1485900"/>
                  <a:gd name="connsiteX6" fmla="*/ 1259778 w 1511840"/>
                  <a:gd name="connsiteY6" fmla="*/ 1485900 h 1485900"/>
                  <a:gd name="connsiteX7" fmla="*/ 235057 w 1511840"/>
                  <a:gd name="connsiteY7" fmla="*/ 1485900 h 1485900"/>
                  <a:gd name="connsiteX8" fmla="*/ 235057 w 1511840"/>
                  <a:gd name="connsiteY8" fmla="*/ 1030514 h 1485900"/>
                  <a:gd name="connsiteX9" fmla="*/ 0 w 1511840"/>
                  <a:gd name="connsiteY9" fmla="*/ 1030514 h 1485900"/>
                  <a:gd name="connsiteX10" fmla="*/ 5082 w 1511840"/>
                  <a:gd name="connsiteY10" fmla="*/ 459014 h 1485900"/>
                  <a:gd name="connsiteX11" fmla="*/ 235057 w 1511840"/>
                  <a:gd name="connsiteY11" fmla="*/ 459014 h 1485900"/>
                  <a:gd name="connsiteX12" fmla="*/ 235057 w 1511840"/>
                  <a:gd name="connsiteY12" fmla="*/ 0 h 1485900"/>
                  <a:gd name="connsiteX0" fmla="*/ 235057 w 1511840"/>
                  <a:gd name="connsiteY0" fmla="*/ 0 h 1485900"/>
                  <a:gd name="connsiteX1" fmla="*/ 1259778 w 1511840"/>
                  <a:gd name="connsiteY1" fmla="*/ 0 h 1485900"/>
                  <a:gd name="connsiteX2" fmla="*/ 1259778 w 1511840"/>
                  <a:gd name="connsiteY2" fmla="*/ 474809 h 1485900"/>
                  <a:gd name="connsiteX3" fmla="*/ 1511291 w 1511840"/>
                  <a:gd name="connsiteY3" fmla="*/ 474809 h 1485900"/>
                  <a:gd name="connsiteX4" fmla="*/ 1511291 w 1511840"/>
                  <a:gd name="connsiteY4" fmla="*/ 1046309 h 1485900"/>
                  <a:gd name="connsiteX5" fmla="*/ 1260925 w 1511840"/>
                  <a:gd name="connsiteY5" fmla="*/ 1046309 h 1485900"/>
                  <a:gd name="connsiteX6" fmla="*/ 1259778 w 1511840"/>
                  <a:gd name="connsiteY6" fmla="*/ 1485900 h 1485900"/>
                  <a:gd name="connsiteX7" fmla="*/ 235057 w 1511840"/>
                  <a:gd name="connsiteY7" fmla="*/ 1485900 h 1485900"/>
                  <a:gd name="connsiteX8" fmla="*/ 235057 w 1511840"/>
                  <a:gd name="connsiteY8" fmla="*/ 1030514 h 1485900"/>
                  <a:gd name="connsiteX9" fmla="*/ 0 w 1511840"/>
                  <a:gd name="connsiteY9" fmla="*/ 1030514 h 1485900"/>
                  <a:gd name="connsiteX10" fmla="*/ 5082 w 1511840"/>
                  <a:gd name="connsiteY10" fmla="*/ 459014 h 1485900"/>
                  <a:gd name="connsiteX11" fmla="*/ 235057 w 1511840"/>
                  <a:gd name="connsiteY11" fmla="*/ 459014 h 1485900"/>
                  <a:gd name="connsiteX12" fmla="*/ 235057 w 1511840"/>
                  <a:gd name="connsiteY12" fmla="*/ 0 h 1485900"/>
                  <a:gd name="connsiteX0" fmla="*/ 235057 w 1511840"/>
                  <a:gd name="connsiteY0" fmla="*/ 0 h 1485900"/>
                  <a:gd name="connsiteX1" fmla="*/ 1259778 w 1511840"/>
                  <a:gd name="connsiteY1" fmla="*/ 0 h 1485900"/>
                  <a:gd name="connsiteX2" fmla="*/ 1259778 w 1511840"/>
                  <a:gd name="connsiteY2" fmla="*/ 474809 h 1485900"/>
                  <a:gd name="connsiteX3" fmla="*/ 1511291 w 1511840"/>
                  <a:gd name="connsiteY3" fmla="*/ 474809 h 1485900"/>
                  <a:gd name="connsiteX4" fmla="*/ 1511291 w 1511840"/>
                  <a:gd name="connsiteY4" fmla="*/ 1046309 h 1485900"/>
                  <a:gd name="connsiteX5" fmla="*/ 1259867 w 1511840"/>
                  <a:gd name="connsiteY5" fmla="*/ 1046309 h 1485900"/>
                  <a:gd name="connsiteX6" fmla="*/ 1259778 w 1511840"/>
                  <a:gd name="connsiteY6" fmla="*/ 1485900 h 1485900"/>
                  <a:gd name="connsiteX7" fmla="*/ 235057 w 1511840"/>
                  <a:gd name="connsiteY7" fmla="*/ 1485900 h 1485900"/>
                  <a:gd name="connsiteX8" fmla="*/ 235057 w 1511840"/>
                  <a:gd name="connsiteY8" fmla="*/ 1030514 h 1485900"/>
                  <a:gd name="connsiteX9" fmla="*/ 0 w 1511840"/>
                  <a:gd name="connsiteY9" fmla="*/ 1030514 h 1485900"/>
                  <a:gd name="connsiteX10" fmla="*/ 5082 w 1511840"/>
                  <a:gd name="connsiteY10" fmla="*/ 459014 h 1485900"/>
                  <a:gd name="connsiteX11" fmla="*/ 235057 w 1511840"/>
                  <a:gd name="connsiteY11" fmla="*/ 459014 h 1485900"/>
                  <a:gd name="connsiteX12" fmla="*/ 235057 w 1511840"/>
                  <a:gd name="connsiteY12" fmla="*/ 0 h 1485900"/>
                  <a:gd name="connsiteX0" fmla="*/ 235057 w 1511982"/>
                  <a:gd name="connsiteY0" fmla="*/ 0 h 1485900"/>
                  <a:gd name="connsiteX1" fmla="*/ 1259778 w 1511982"/>
                  <a:gd name="connsiteY1" fmla="*/ 0 h 1485900"/>
                  <a:gd name="connsiteX2" fmla="*/ 1259778 w 1511982"/>
                  <a:gd name="connsiteY2" fmla="*/ 474809 h 1485900"/>
                  <a:gd name="connsiteX3" fmla="*/ 1511291 w 1511982"/>
                  <a:gd name="connsiteY3" fmla="*/ 474809 h 1485900"/>
                  <a:gd name="connsiteX4" fmla="*/ 1511840 w 1511982"/>
                  <a:gd name="connsiteY4" fmla="*/ 1046309 h 1485900"/>
                  <a:gd name="connsiteX5" fmla="*/ 1259867 w 1511982"/>
                  <a:gd name="connsiteY5" fmla="*/ 1046309 h 1485900"/>
                  <a:gd name="connsiteX6" fmla="*/ 1259778 w 1511982"/>
                  <a:gd name="connsiteY6" fmla="*/ 1485900 h 1485900"/>
                  <a:gd name="connsiteX7" fmla="*/ 235057 w 1511982"/>
                  <a:gd name="connsiteY7" fmla="*/ 1485900 h 1485900"/>
                  <a:gd name="connsiteX8" fmla="*/ 235057 w 1511982"/>
                  <a:gd name="connsiteY8" fmla="*/ 1030514 h 1485900"/>
                  <a:gd name="connsiteX9" fmla="*/ 0 w 1511982"/>
                  <a:gd name="connsiteY9" fmla="*/ 1030514 h 1485900"/>
                  <a:gd name="connsiteX10" fmla="*/ 5082 w 1511982"/>
                  <a:gd name="connsiteY10" fmla="*/ 459014 h 1485900"/>
                  <a:gd name="connsiteX11" fmla="*/ 235057 w 1511982"/>
                  <a:gd name="connsiteY11" fmla="*/ 459014 h 1485900"/>
                  <a:gd name="connsiteX12" fmla="*/ 235057 w 1511982"/>
                  <a:gd name="connsiteY12" fmla="*/ 0 h 1485900"/>
                  <a:gd name="connsiteX0" fmla="*/ 235057 w 1511982"/>
                  <a:gd name="connsiteY0" fmla="*/ 0 h 1485900"/>
                  <a:gd name="connsiteX1" fmla="*/ 1259778 w 1511982"/>
                  <a:gd name="connsiteY1" fmla="*/ 0 h 1485900"/>
                  <a:gd name="connsiteX2" fmla="*/ 1259778 w 1511982"/>
                  <a:gd name="connsiteY2" fmla="*/ 474809 h 1485900"/>
                  <a:gd name="connsiteX3" fmla="*/ 1511291 w 1511982"/>
                  <a:gd name="connsiteY3" fmla="*/ 474809 h 1485900"/>
                  <a:gd name="connsiteX4" fmla="*/ 1511840 w 1511982"/>
                  <a:gd name="connsiteY4" fmla="*/ 1046309 h 1485900"/>
                  <a:gd name="connsiteX5" fmla="*/ 1259867 w 1511982"/>
                  <a:gd name="connsiteY5" fmla="*/ 1046309 h 1485900"/>
                  <a:gd name="connsiteX6" fmla="*/ 1259778 w 1511982"/>
                  <a:gd name="connsiteY6" fmla="*/ 1485900 h 1485900"/>
                  <a:gd name="connsiteX7" fmla="*/ 235057 w 1511982"/>
                  <a:gd name="connsiteY7" fmla="*/ 1485900 h 1485900"/>
                  <a:gd name="connsiteX8" fmla="*/ 258502 w 1511982"/>
                  <a:gd name="connsiteY8" fmla="*/ 1046309 h 1485900"/>
                  <a:gd name="connsiteX9" fmla="*/ 0 w 1511982"/>
                  <a:gd name="connsiteY9" fmla="*/ 1030514 h 1485900"/>
                  <a:gd name="connsiteX10" fmla="*/ 5082 w 1511982"/>
                  <a:gd name="connsiteY10" fmla="*/ 459014 h 1485900"/>
                  <a:gd name="connsiteX11" fmla="*/ 235057 w 1511982"/>
                  <a:gd name="connsiteY11" fmla="*/ 459014 h 1485900"/>
                  <a:gd name="connsiteX12" fmla="*/ 235057 w 1511982"/>
                  <a:gd name="connsiteY12" fmla="*/ 0 h 1485900"/>
                  <a:gd name="connsiteX0" fmla="*/ 235057 w 1511982"/>
                  <a:gd name="connsiteY0" fmla="*/ 0 h 1485900"/>
                  <a:gd name="connsiteX1" fmla="*/ 1259778 w 1511982"/>
                  <a:gd name="connsiteY1" fmla="*/ 0 h 1485900"/>
                  <a:gd name="connsiteX2" fmla="*/ 1259778 w 1511982"/>
                  <a:gd name="connsiteY2" fmla="*/ 474809 h 1485900"/>
                  <a:gd name="connsiteX3" fmla="*/ 1511291 w 1511982"/>
                  <a:gd name="connsiteY3" fmla="*/ 474809 h 1485900"/>
                  <a:gd name="connsiteX4" fmla="*/ 1511840 w 1511982"/>
                  <a:gd name="connsiteY4" fmla="*/ 1046309 h 1485900"/>
                  <a:gd name="connsiteX5" fmla="*/ 1259867 w 1511982"/>
                  <a:gd name="connsiteY5" fmla="*/ 1046309 h 1485900"/>
                  <a:gd name="connsiteX6" fmla="*/ 1259778 w 1511982"/>
                  <a:gd name="connsiteY6" fmla="*/ 1485900 h 1485900"/>
                  <a:gd name="connsiteX7" fmla="*/ 235057 w 1511982"/>
                  <a:gd name="connsiteY7" fmla="*/ 1485900 h 1485900"/>
                  <a:gd name="connsiteX8" fmla="*/ 258502 w 1511982"/>
                  <a:gd name="connsiteY8" fmla="*/ 1046309 h 1485900"/>
                  <a:gd name="connsiteX9" fmla="*/ 0 w 1511982"/>
                  <a:gd name="connsiteY9" fmla="*/ 1046309 h 1485900"/>
                  <a:gd name="connsiteX10" fmla="*/ 5082 w 1511982"/>
                  <a:gd name="connsiteY10" fmla="*/ 459014 h 1485900"/>
                  <a:gd name="connsiteX11" fmla="*/ 235057 w 1511982"/>
                  <a:gd name="connsiteY11" fmla="*/ 459014 h 1485900"/>
                  <a:gd name="connsiteX12" fmla="*/ 235057 w 1511982"/>
                  <a:gd name="connsiteY12" fmla="*/ 0 h 1485900"/>
                  <a:gd name="connsiteX0" fmla="*/ 235080 w 1512005"/>
                  <a:gd name="connsiteY0" fmla="*/ 0 h 1485900"/>
                  <a:gd name="connsiteX1" fmla="*/ 1259801 w 1512005"/>
                  <a:gd name="connsiteY1" fmla="*/ 0 h 1485900"/>
                  <a:gd name="connsiteX2" fmla="*/ 1259801 w 1512005"/>
                  <a:gd name="connsiteY2" fmla="*/ 474809 h 1485900"/>
                  <a:gd name="connsiteX3" fmla="*/ 1511314 w 1512005"/>
                  <a:gd name="connsiteY3" fmla="*/ 474809 h 1485900"/>
                  <a:gd name="connsiteX4" fmla="*/ 1511863 w 1512005"/>
                  <a:gd name="connsiteY4" fmla="*/ 1046309 h 1485900"/>
                  <a:gd name="connsiteX5" fmla="*/ 1259890 w 1512005"/>
                  <a:gd name="connsiteY5" fmla="*/ 1046309 h 1485900"/>
                  <a:gd name="connsiteX6" fmla="*/ 1259801 w 1512005"/>
                  <a:gd name="connsiteY6" fmla="*/ 1485900 h 1485900"/>
                  <a:gd name="connsiteX7" fmla="*/ 235080 w 1512005"/>
                  <a:gd name="connsiteY7" fmla="*/ 1485900 h 1485900"/>
                  <a:gd name="connsiteX8" fmla="*/ 258525 w 1512005"/>
                  <a:gd name="connsiteY8" fmla="*/ 1046309 h 1485900"/>
                  <a:gd name="connsiteX9" fmla="*/ 23 w 1512005"/>
                  <a:gd name="connsiteY9" fmla="*/ 1046309 h 1485900"/>
                  <a:gd name="connsiteX10" fmla="*/ 23 w 1512005"/>
                  <a:gd name="connsiteY10" fmla="*/ 474809 h 1485900"/>
                  <a:gd name="connsiteX11" fmla="*/ 235080 w 1512005"/>
                  <a:gd name="connsiteY11" fmla="*/ 459014 h 1485900"/>
                  <a:gd name="connsiteX12" fmla="*/ 235080 w 1512005"/>
                  <a:gd name="connsiteY12" fmla="*/ 0 h 1485900"/>
                  <a:gd name="connsiteX0" fmla="*/ 235080 w 1512005"/>
                  <a:gd name="connsiteY0" fmla="*/ 0 h 1485900"/>
                  <a:gd name="connsiteX1" fmla="*/ 1259801 w 1512005"/>
                  <a:gd name="connsiteY1" fmla="*/ 0 h 1485900"/>
                  <a:gd name="connsiteX2" fmla="*/ 1259801 w 1512005"/>
                  <a:gd name="connsiteY2" fmla="*/ 474809 h 1485900"/>
                  <a:gd name="connsiteX3" fmla="*/ 1511314 w 1512005"/>
                  <a:gd name="connsiteY3" fmla="*/ 474809 h 1485900"/>
                  <a:gd name="connsiteX4" fmla="*/ 1511863 w 1512005"/>
                  <a:gd name="connsiteY4" fmla="*/ 1046309 h 1485900"/>
                  <a:gd name="connsiteX5" fmla="*/ 1259890 w 1512005"/>
                  <a:gd name="connsiteY5" fmla="*/ 1046309 h 1485900"/>
                  <a:gd name="connsiteX6" fmla="*/ 1259801 w 1512005"/>
                  <a:gd name="connsiteY6" fmla="*/ 1485900 h 1485900"/>
                  <a:gd name="connsiteX7" fmla="*/ 235080 w 1512005"/>
                  <a:gd name="connsiteY7" fmla="*/ 1485900 h 1485900"/>
                  <a:gd name="connsiteX8" fmla="*/ 258525 w 1512005"/>
                  <a:gd name="connsiteY8" fmla="*/ 1046309 h 1485900"/>
                  <a:gd name="connsiteX9" fmla="*/ 23 w 1512005"/>
                  <a:gd name="connsiteY9" fmla="*/ 1046309 h 1485900"/>
                  <a:gd name="connsiteX10" fmla="*/ 23 w 1512005"/>
                  <a:gd name="connsiteY10" fmla="*/ 474809 h 1485900"/>
                  <a:gd name="connsiteX11" fmla="*/ 258506 w 1512005"/>
                  <a:gd name="connsiteY11" fmla="*/ 474809 h 1485900"/>
                  <a:gd name="connsiteX12" fmla="*/ 235080 w 1512005"/>
                  <a:gd name="connsiteY12" fmla="*/ 0 h 1485900"/>
                  <a:gd name="connsiteX0" fmla="*/ 258506 w 1512005"/>
                  <a:gd name="connsiteY0" fmla="*/ 0 h 1485900"/>
                  <a:gd name="connsiteX1" fmla="*/ 1259801 w 1512005"/>
                  <a:gd name="connsiteY1" fmla="*/ 0 h 1485900"/>
                  <a:gd name="connsiteX2" fmla="*/ 1259801 w 1512005"/>
                  <a:gd name="connsiteY2" fmla="*/ 474809 h 1485900"/>
                  <a:gd name="connsiteX3" fmla="*/ 1511314 w 1512005"/>
                  <a:gd name="connsiteY3" fmla="*/ 474809 h 1485900"/>
                  <a:gd name="connsiteX4" fmla="*/ 1511863 w 1512005"/>
                  <a:gd name="connsiteY4" fmla="*/ 1046309 h 1485900"/>
                  <a:gd name="connsiteX5" fmla="*/ 1259890 w 1512005"/>
                  <a:gd name="connsiteY5" fmla="*/ 1046309 h 1485900"/>
                  <a:gd name="connsiteX6" fmla="*/ 1259801 w 1512005"/>
                  <a:gd name="connsiteY6" fmla="*/ 1485900 h 1485900"/>
                  <a:gd name="connsiteX7" fmla="*/ 235080 w 1512005"/>
                  <a:gd name="connsiteY7" fmla="*/ 1485900 h 1485900"/>
                  <a:gd name="connsiteX8" fmla="*/ 258525 w 1512005"/>
                  <a:gd name="connsiteY8" fmla="*/ 1046309 h 1485900"/>
                  <a:gd name="connsiteX9" fmla="*/ 23 w 1512005"/>
                  <a:gd name="connsiteY9" fmla="*/ 1046309 h 1485900"/>
                  <a:gd name="connsiteX10" fmla="*/ 23 w 1512005"/>
                  <a:gd name="connsiteY10" fmla="*/ 474809 h 1485900"/>
                  <a:gd name="connsiteX11" fmla="*/ 258506 w 1512005"/>
                  <a:gd name="connsiteY11" fmla="*/ 474809 h 1485900"/>
                  <a:gd name="connsiteX12" fmla="*/ 258506 w 1512005"/>
                  <a:gd name="connsiteY12" fmla="*/ 0 h 1485900"/>
                  <a:gd name="connsiteX0" fmla="*/ 258506 w 1512005"/>
                  <a:gd name="connsiteY0" fmla="*/ 0 h 1485900"/>
                  <a:gd name="connsiteX1" fmla="*/ 1259801 w 1512005"/>
                  <a:gd name="connsiteY1" fmla="*/ 0 h 1485900"/>
                  <a:gd name="connsiteX2" fmla="*/ 1259801 w 1512005"/>
                  <a:gd name="connsiteY2" fmla="*/ 474809 h 1485900"/>
                  <a:gd name="connsiteX3" fmla="*/ 1511314 w 1512005"/>
                  <a:gd name="connsiteY3" fmla="*/ 474809 h 1485900"/>
                  <a:gd name="connsiteX4" fmla="*/ 1511863 w 1512005"/>
                  <a:gd name="connsiteY4" fmla="*/ 1046309 h 1485900"/>
                  <a:gd name="connsiteX5" fmla="*/ 1259890 w 1512005"/>
                  <a:gd name="connsiteY5" fmla="*/ 1046309 h 1485900"/>
                  <a:gd name="connsiteX6" fmla="*/ 1259801 w 1512005"/>
                  <a:gd name="connsiteY6" fmla="*/ 1485900 h 1485900"/>
                  <a:gd name="connsiteX7" fmla="*/ 258506 w 1512005"/>
                  <a:gd name="connsiteY7" fmla="*/ 1482202 h 1485900"/>
                  <a:gd name="connsiteX8" fmla="*/ 258525 w 1512005"/>
                  <a:gd name="connsiteY8" fmla="*/ 1046309 h 1485900"/>
                  <a:gd name="connsiteX9" fmla="*/ 23 w 1512005"/>
                  <a:gd name="connsiteY9" fmla="*/ 1046309 h 1485900"/>
                  <a:gd name="connsiteX10" fmla="*/ 23 w 1512005"/>
                  <a:gd name="connsiteY10" fmla="*/ 474809 h 1485900"/>
                  <a:gd name="connsiteX11" fmla="*/ 258506 w 1512005"/>
                  <a:gd name="connsiteY11" fmla="*/ 474809 h 1485900"/>
                  <a:gd name="connsiteX12" fmla="*/ 258506 w 1512005"/>
                  <a:gd name="connsiteY12" fmla="*/ 0 h 148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12005" h="1485900">
                    <a:moveTo>
                      <a:pt x="258506" y="0"/>
                    </a:moveTo>
                    <a:lnTo>
                      <a:pt x="1259801" y="0"/>
                    </a:lnTo>
                    <a:cubicBezTo>
                      <a:pt x="1259762" y="158910"/>
                      <a:pt x="1259840" y="315899"/>
                      <a:pt x="1259801" y="474809"/>
                    </a:cubicBezTo>
                    <a:cubicBezTo>
                      <a:pt x="1687929" y="481853"/>
                      <a:pt x="1121088" y="475449"/>
                      <a:pt x="1511314" y="474809"/>
                    </a:cubicBezTo>
                    <a:cubicBezTo>
                      <a:pt x="1512730" y="970109"/>
                      <a:pt x="1511466" y="612962"/>
                      <a:pt x="1511863" y="1046309"/>
                    </a:cubicBezTo>
                    <a:lnTo>
                      <a:pt x="1259890" y="1046309"/>
                    </a:lnTo>
                    <a:cubicBezTo>
                      <a:pt x="1259508" y="1192839"/>
                      <a:pt x="1260183" y="1339370"/>
                      <a:pt x="1259801" y="1485900"/>
                    </a:cubicBezTo>
                    <a:lnTo>
                      <a:pt x="258506" y="1482202"/>
                    </a:lnTo>
                    <a:cubicBezTo>
                      <a:pt x="264286" y="842969"/>
                      <a:pt x="259160" y="1217336"/>
                      <a:pt x="258525" y="1046309"/>
                    </a:cubicBezTo>
                    <a:lnTo>
                      <a:pt x="23" y="1046309"/>
                    </a:lnTo>
                    <a:cubicBezTo>
                      <a:pt x="10219" y="557721"/>
                      <a:pt x="-565" y="972485"/>
                      <a:pt x="23" y="474809"/>
                    </a:cubicBezTo>
                    <a:cubicBezTo>
                      <a:pt x="395145" y="480736"/>
                      <a:pt x="-185019" y="480312"/>
                      <a:pt x="258506" y="474809"/>
                    </a:cubicBezTo>
                    <a:lnTo>
                      <a:pt x="258506" y="0"/>
                    </a:lnTo>
                    <a:close/>
                  </a:path>
                </a:pathLst>
              </a:custGeom>
              <a:solidFill>
                <a:srgbClr val="7C9192"/>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Customer feedback, reviews and ratings</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 </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Community and customer support</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GB" sz="800" kern="0">
                  <a:solidFill>
                    <a:sysClr val="window" lastClr="FFFFFF"/>
                  </a:solidFill>
                  <a:latin typeface="Aptos" panose="02110004020202020204"/>
                  <a:ea typeface="Malgun Gothic" panose="020B0503020000020004" pitchFamily="34" charset="-127"/>
                  <a:cs typeface="Times New Roman" panose="020206030504050203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Freemium model for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public users</a:t>
                </a:r>
                <a:endParaRPr kumimoji="0" lang="en-GB" sz="105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p:txBody>
          </p:sp>
          <p:sp>
            <p:nvSpPr>
              <p:cNvPr id="75" name="Rectangle 74">
                <a:extLst>
                  <a:ext uri="{FF2B5EF4-FFF2-40B4-BE49-F238E27FC236}">
                    <a16:creationId xmlns:a16="http://schemas.microsoft.com/office/drawing/2014/main" id="{CEF45600-57BD-8376-4984-31C00273114E}"/>
                  </a:ext>
                </a:extLst>
              </p:cNvPr>
              <p:cNvSpPr/>
              <p:nvPr/>
            </p:nvSpPr>
            <p:spPr>
              <a:xfrm>
                <a:off x="3273606" y="1368280"/>
                <a:ext cx="1137920" cy="266201"/>
              </a:xfrm>
              <a:prstGeom prst="rect">
                <a:avLst/>
              </a:prstGeom>
              <a:solidFill>
                <a:srgbClr val="737C83"/>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25000"/>
                  </a:lnSpc>
                  <a:spcBef>
                    <a:spcPts val="0"/>
                  </a:spcBef>
                  <a:spcAft>
                    <a:spcPts val="800"/>
                  </a:spcAft>
                  <a:buClrTx/>
                  <a:buSzTx/>
                  <a:buFontTx/>
                  <a:buNone/>
                  <a:tabLst/>
                  <a:defRPr/>
                </a:pPr>
                <a:r>
                  <a:rPr kumimoji="0" lang="en-GB" sz="12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Key Partners</a:t>
                </a:r>
              </a:p>
            </p:txBody>
          </p:sp>
          <p:sp>
            <p:nvSpPr>
              <p:cNvPr id="76" name="Rectangle 75">
                <a:extLst>
                  <a:ext uri="{FF2B5EF4-FFF2-40B4-BE49-F238E27FC236}">
                    <a16:creationId xmlns:a16="http://schemas.microsoft.com/office/drawing/2014/main" id="{8CDE08D8-3853-DD2C-1D14-0237B605A6A3}"/>
                  </a:ext>
                </a:extLst>
              </p:cNvPr>
              <p:cNvSpPr/>
              <p:nvPr/>
            </p:nvSpPr>
            <p:spPr>
              <a:xfrm>
                <a:off x="4543606" y="1368280"/>
                <a:ext cx="928370" cy="265077"/>
              </a:xfrm>
              <a:prstGeom prst="rect">
                <a:avLst/>
              </a:prstGeom>
              <a:solidFill>
                <a:srgbClr val="737C83"/>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Key Activities</a:t>
                </a:r>
              </a:p>
            </p:txBody>
          </p:sp>
          <p:sp>
            <p:nvSpPr>
              <p:cNvPr id="77" name="Rectangle 76">
                <a:extLst>
                  <a:ext uri="{FF2B5EF4-FFF2-40B4-BE49-F238E27FC236}">
                    <a16:creationId xmlns:a16="http://schemas.microsoft.com/office/drawing/2014/main" id="{E5DBF833-7542-D156-EF31-2C1D6ED3C3EC}"/>
                  </a:ext>
                </a:extLst>
              </p:cNvPr>
              <p:cNvSpPr/>
              <p:nvPr/>
            </p:nvSpPr>
            <p:spPr>
              <a:xfrm>
                <a:off x="4518206" y="2919569"/>
                <a:ext cx="967419" cy="265077"/>
              </a:xfrm>
              <a:prstGeom prst="rect">
                <a:avLst/>
              </a:prstGeom>
              <a:solidFill>
                <a:srgbClr val="737C83"/>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Key Resources</a:t>
                </a:r>
              </a:p>
            </p:txBody>
          </p:sp>
          <p:sp>
            <p:nvSpPr>
              <p:cNvPr id="78" name="Rectangle 77">
                <a:extLst>
                  <a:ext uri="{FF2B5EF4-FFF2-40B4-BE49-F238E27FC236}">
                    <a16:creationId xmlns:a16="http://schemas.microsoft.com/office/drawing/2014/main" id="{FA806B7D-F6E9-F40A-6856-81825BE0ACCA}"/>
                  </a:ext>
                </a:extLst>
              </p:cNvPr>
              <p:cNvSpPr/>
              <p:nvPr/>
            </p:nvSpPr>
            <p:spPr>
              <a:xfrm>
                <a:off x="3273606" y="4495678"/>
                <a:ext cx="1326844" cy="266201"/>
              </a:xfrm>
              <a:prstGeom prst="rect">
                <a:avLst/>
              </a:prstGeom>
              <a:solidFill>
                <a:srgbClr val="20371F"/>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25000"/>
                  </a:lnSpc>
                  <a:spcBef>
                    <a:spcPts val="0"/>
                  </a:spcBef>
                  <a:spcAft>
                    <a:spcPts val="800"/>
                  </a:spcAft>
                  <a:buClrTx/>
                  <a:buSzTx/>
                  <a:buFontTx/>
                  <a:buNone/>
                  <a:tabLst/>
                  <a:defRPr/>
                </a:pPr>
                <a:r>
                  <a:rPr kumimoji="0" lang="en-GB" sz="12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Cost Structure</a:t>
                </a:r>
              </a:p>
            </p:txBody>
          </p:sp>
          <p:sp>
            <p:nvSpPr>
              <p:cNvPr id="79" name="Rectangle 78">
                <a:extLst>
                  <a:ext uri="{FF2B5EF4-FFF2-40B4-BE49-F238E27FC236}">
                    <a16:creationId xmlns:a16="http://schemas.microsoft.com/office/drawing/2014/main" id="{B25DC4C6-8218-8844-068D-A9FBCB215EDD}"/>
                  </a:ext>
                </a:extLst>
              </p:cNvPr>
              <p:cNvSpPr/>
              <p:nvPr/>
            </p:nvSpPr>
            <p:spPr>
              <a:xfrm>
                <a:off x="5565956" y="1362075"/>
                <a:ext cx="1137920" cy="265077"/>
              </a:xfrm>
              <a:prstGeom prst="rect">
                <a:avLst/>
              </a:prstGeom>
              <a:solidFill>
                <a:srgbClr val="57534A"/>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rPr>
                  <a:t>Value Propositions</a:t>
                </a:r>
              </a:p>
            </p:txBody>
          </p:sp>
          <p:sp>
            <p:nvSpPr>
              <p:cNvPr id="80" name="Rectangle 79">
                <a:extLst>
                  <a:ext uri="{FF2B5EF4-FFF2-40B4-BE49-F238E27FC236}">
                    <a16:creationId xmlns:a16="http://schemas.microsoft.com/office/drawing/2014/main" id="{C52BDC0D-E110-6C06-CF26-23F198DBD37B}"/>
                  </a:ext>
                </a:extLst>
              </p:cNvPr>
              <p:cNvSpPr/>
              <p:nvPr/>
            </p:nvSpPr>
            <p:spPr>
              <a:xfrm>
                <a:off x="6842306" y="1374485"/>
                <a:ext cx="909289" cy="399612"/>
              </a:xfrm>
              <a:prstGeom prst="rect">
                <a:avLst/>
              </a:prstGeom>
              <a:solidFill>
                <a:srgbClr val="3F6457"/>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Aptos" panose="02110004020202020204"/>
                    <a:ea typeface="Malgun Gothic" panose="020B0503020000020004" pitchFamily="34" charset="-127"/>
                    <a:cs typeface="Times New Roman" panose="02020603050405020304" pitchFamily="18" charset="0"/>
                  </a:rPr>
                  <a:t>Customer Relations</a:t>
                </a:r>
                <a:endParaRPr kumimoji="0" lang="en-GB" sz="1200" b="0" i="0" u="none" strike="noStrike" kern="0" cap="none" spc="0" normalizeH="0" baseline="0" noProof="0">
                  <a:ln>
                    <a:noFill/>
                  </a:ln>
                  <a:solidFill>
                    <a:sysClr val="window" lastClr="FFFFFF"/>
                  </a:solidFill>
                  <a:effectLst/>
                  <a:uLnTx/>
                  <a:uFillTx/>
                  <a:latin typeface="Aptos" panose="02110004020202020204"/>
                  <a:ea typeface="Malgun Gothic" panose="020B0503020000020004" pitchFamily="34" charset="-127"/>
                  <a:cs typeface="Times New Roman" panose="02020603050405020304" pitchFamily="18" charset="0"/>
                </a:endParaRPr>
              </a:p>
            </p:txBody>
          </p:sp>
          <p:sp>
            <p:nvSpPr>
              <p:cNvPr id="81" name="Rectangle 80">
                <a:extLst>
                  <a:ext uri="{FF2B5EF4-FFF2-40B4-BE49-F238E27FC236}">
                    <a16:creationId xmlns:a16="http://schemas.microsoft.com/office/drawing/2014/main" id="{3826F970-CBE2-8D6E-4921-38A29CD3E02E}"/>
                  </a:ext>
                </a:extLst>
              </p:cNvPr>
              <p:cNvSpPr/>
              <p:nvPr/>
            </p:nvSpPr>
            <p:spPr>
              <a:xfrm>
                <a:off x="6835956" y="2925774"/>
                <a:ext cx="928370" cy="235796"/>
              </a:xfrm>
              <a:prstGeom prst="rect">
                <a:avLst/>
              </a:prstGeom>
              <a:solidFill>
                <a:srgbClr val="3F6457"/>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Aptos" panose="020B0004020202020204" pitchFamily="34" charset="0"/>
                    <a:ea typeface="Malgun Gothic" panose="020B0503020000020004" pitchFamily="34" charset="-127"/>
                    <a:cs typeface="Times New Roman" panose="02020603050405020304" pitchFamily="18" charset="0"/>
                  </a:rPr>
                  <a:t>Channels</a:t>
                </a:r>
                <a:endParaRPr kumimoji="0" lang="en-GB" sz="1200" b="0" i="0" u="none" strike="noStrike" kern="0" cap="none" spc="0" normalizeH="0" baseline="0" noProof="0">
                  <a:ln>
                    <a:noFill/>
                  </a:ln>
                  <a:solidFill>
                    <a:sysClr val="windowText" lastClr="000000"/>
                  </a:solidFill>
                  <a:effectLst/>
                  <a:uLnTx/>
                  <a:uFillTx/>
                  <a:latin typeface="Aptos" panose="020B0004020202020204" pitchFamily="34" charset="0"/>
                  <a:ea typeface="Malgun Gothic" panose="020B0503020000020004" pitchFamily="34" charset="-127"/>
                  <a:cs typeface="Times New Roman" panose="02020603050405020304" pitchFamily="18" charset="0"/>
                </a:endParaRPr>
              </a:p>
            </p:txBody>
          </p:sp>
          <p:sp>
            <p:nvSpPr>
              <p:cNvPr id="82" name="Rectangle 81">
                <a:extLst>
                  <a:ext uri="{FF2B5EF4-FFF2-40B4-BE49-F238E27FC236}">
                    <a16:creationId xmlns:a16="http://schemas.microsoft.com/office/drawing/2014/main" id="{D9D116A1-4BD7-93B2-FB09-DD328AFC1399}"/>
                  </a:ext>
                </a:extLst>
              </p:cNvPr>
              <p:cNvSpPr/>
              <p:nvPr/>
            </p:nvSpPr>
            <p:spPr>
              <a:xfrm>
                <a:off x="7890056" y="1368280"/>
                <a:ext cx="1072841" cy="265077"/>
              </a:xfrm>
              <a:prstGeom prst="rect">
                <a:avLst/>
              </a:prstGeom>
              <a:solidFill>
                <a:srgbClr val="3F6457"/>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Aptos" panose="020B0004020202020204" pitchFamily="34" charset="0"/>
                    <a:ea typeface="Malgun Gothic" panose="020B0503020000020004" pitchFamily="34" charset="-127"/>
                    <a:cs typeface="Times New Roman" panose="02020603050405020304" pitchFamily="18" charset="0"/>
                  </a:rPr>
                  <a:t>Customer Segments</a:t>
                </a:r>
                <a:endParaRPr kumimoji="0" lang="en-GB" sz="1200" b="0" i="0" u="none" strike="noStrike" kern="0" cap="none" spc="0" normalizeH="0" baseline="0" noProof="0">
                  <a:ln>
                    <a:noFill/>
                  </a:ln>
                  <a:solidFill>
                    <a:sysClr val="windowText" lastClr="000000"/>
                  </a:solidFill>
                  <a:effectLst/>
                  <a:uLnTx/>
                  <a:uFillTx/>
                  <a:latin typeface="Aptos" panose="020B0004020202020204" pitchFamily="34" charset="0"/>
                  <a:ea typeface="Malgun Gothic" panose="020B0503020000020004" pitchFamily="34" charset="-127"/>
                  <a:cs typeface="Times New Roman" panose="02020603050405020304" pitchFamily="18" charset="0"/>
                </a:endParaRPr>
              </a:p>
            </p:txBody>
          </p:sp>
          <p:sp>
            <p:nvSpPr>
              <p:cNvPr id="83" name="Rectangle 82">
                <a:extLst>
                  <a:ext uri="{FF2B5EF4-FFF2-40B4-BE49-F238E27FC236}">
                    <a16:creationId xmlns:a16="http://schemas.microsoft.com/office/drawing/2014/main" id="{ECD0AD9C-7BB0-10C3-2BDE-4A3E21CF9422}"/>
                  </a:ext>
                </a:extLst>
              </p:cNvPr>
              <p:cNvSpPr/>
              <p:nvPr/>
            </p:nvSpPr>
            <p:spPr>
              <a:xfrm>
                <a:off x="6239056" y="4495678"/>
                <a:ext cx="1326844" cy="266201"/>
              </a:xfrm>
              <a:prstGeom prst="rect">
                <a:avLst/>
              </a:prstGeom>
              <a:solidFill>
                <a:srgbClr val="20371F"/>
              </a:solidFill>
              <a:ln>
                <a:noFill/>
              </a:ln>
              <a:effectLst>
                <a:outerShdw blurRad="57150" dist="19050" dir="5400000" algn="ctr" rotWithShape="0">
                  <a:srgbClr val="000000">
                    <a:alpha val="63000"/>
                  </a:srgb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FFFFFF"/>
                    </a:solidFill>
                    <a:effectLst/>
                    <a:uLnTx/>
                    <a:uFillTx/>
                    <a:latin typeface="Aptos" panose="020B0004020202020204" pitchFamily="34" charset="0"/>
                    <a:ea typeface="Malgun Gothic" panose="020B0503020000020004" pitchFamily="34" charset="-127"/>
                    <a:cs typeface="Times New Roman" panose="02020603050405020304" pitchFamily="18" charset="0"/>
                  </a:rPr>
                  <a:t>Revenue Stream</a:t>
                </a:r>
                <a:endParaRPr kumimoji="0" lang="en-GB" sz="1600" b="0" i="0" u="none" strike="noStrike" kern="0" cap="none" spc="0" normalizeH="0" baseline="0" noProof="0">
                  <a:ln>
                    <a:noFill/>
                  </a:ln>
                  <a:solidFill>
                    <a:sysClr val="windowText" lastClr="000000"/>
                  </a:solidFill>
                  <a:effectLst/>
                  <a:uLnTx/>
                  <a:uFillTx/>
                  <a:latin typeface="Aptos" panose="020B0004020202020204" pitchFamily="34" charset="0"/>
                  <a:ea typeface="Malgun Gothic" panose="020B0503020000020004" pitchFamily="34" charset="-127"/>
                  <a:cs typeface="Times New Roman" panose="02020603050405020304" pitchFamily="18" charset="0"/>
                </a:endParaRPr>
              </a:p>
            </p:txBody>
          </p:sp>
        </p:grpSp>
        <p:pic>
          <p:nvPicPr>
            <p:cNvPr id="84" name="Graphic 12" descr="Link with solid fill">
              <a:extLst>
                <a:ext uri="{FF2B5EF4-FFF2-40B4-BE49-F238E27FC236}">
                  <a16:creationId xmlns:a16="http://schemas.microsoft.com/office/drawing/2014/main" id="{05AC5E47-07C6-5E6E-4D47-A556BB681E6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1240176" y="4558909"/>
              <a:ext cx="327632" cy="335280"/>
            </a:xfrm>
            <a:prstGeom prst="rect">
              <a:avLst/>
            </a:prstGeom>
          </p:spPr>
        </p:pic>
        <p:pic>
          <p:nvPicPr>
            <p:cNvPr id="85" name="Graphic 13" descr="Factory with solid fill">
              <a:extLst>
                <a:ext uri="{FF2B5EF4-FFF2-40B4-BE49-F238E27FC236}">
                  <a16:creationId xmlns:a16="http://schemas.microsoft.com/office/drawing/2014/main" id="{BEC6EFF1-CA4F-D418-4B13-0AEA642BFF5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29488" y="4539979"/>
              <a:ext cx="340360" cy="332596"/>
            </a:xfrm>
            <a:prstGeom prst="rect">
              <a:avLst/>
            </a:prstGeom>
          </p:spPr>
        </p:pic>
        <p:pic>
          <p:nvPicPr>
            <p:cNvPr id="86" name="Graphic 15" descr="Tag with solid fill">
              <a:extLst>
                <a:ext uri="{FF2B5EF4-FFF2-40B4-BE49-F238E27FC236}">
                  <a16:creationId xmlns:a16="http://schemas.microsoft.com/office/drawing/2014/main" id="{316C54A9-CD50-84D5-C54C-E3831B3FA4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62102" y="5758298"/>
              <a:ext cx="344170" cy="336319"/>
            </a:xfrm>
            <a:prstGeom prst="rect">
              <a:avLst/>
            </a:prstGeom>
          </p:spPr>
        </p:pic>
        <p:pic>
          <p:nvPicPr>
            <p:cNvPr id="87" name="Graphic 16" descr="Coins with solid fill">
              <a:extLst>
                <a:ext uri="{FF2B5EF4-FFF2-40B4-BE49-F238E27FC236}">
                  <a16:creationId xmlns:a16="http://schemas.microsoft.com/office/drawing/2014/main" id="{C81F4D56-0682-E0C0-10C6-5C5E54BE883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711020" y="5751923"/>
              <a:ext cx="350520" cy="342524"/>
            </a:xfrm>
            <a:prstGeom prst="rect">
              <a:avLst/>
            </a:prstGeom>
          </p:spPr>
        </p:pic>
        <p:pic>
          <p:nvPicPr>
            <p:cNvPr id="88" name="Graphic 17" descr="Present with solid fill">
              <a:extLst>
                <a:ext uri="{FF2B5EF4-FFF2-40B4-BE49-F238E27FC236}">
                  <a16:creationId xmlns:a16="http://schemas.microsoft.com/office/drawing/2014/main" id="{FB3AC749-9083-A763-D8D3-229CBBABF0A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162526" y="4531917"/>
              <a:ext cx="341630" cy="333837"/>
            </a:xfrm>
            <a:prstGeom prst="rect">
              <a:avLst/>
            </a:prstGeom>
          </p:spPr>
        </p:pic>
        <p:pic>
          <p:nvPicPr>
            <p:cNvPr id="89" name="Graphic 18" descr="Truck with solid fill">
              <a:extLst>
                <a:ext uri="{FF2B5EF4-FFF2-40B4-BE49-F238E27FC236}">
                  <a16:creationId xmlns:a16="http://schemas.microsoft.com/office/drawing/2014/main" id="{14B6DC2B-DEBC-0BAB-2FCB-DA9A5A96AE8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397744" y="4562733"/>
              <a:ext cx="386080" cy="377273"/>
            </a:xfrm>
            <a:prstGeom prst="rect">
              <a:avLst/>
            </a:prstGeom>
          </p:spPr>
        </p:pic>
        <p:pic>
          <p:nvPicPr>
            <p:cNvPr id="90" name="Graphic 19" descr="Heart with solid fill">
              <a:extLst>
                <a:ext uri="{FF2B5EF4-FFF2-40B4-BE49-F238E27FC236}">
                  <a16:creationId xmlns:a16="http://schemas.microsoft.com/office/drawing/2014/main" id="{2A4B5C34-BB3F-9B35-7308-BAB551FCB01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363683" y="2740410"/>
              <a:ext cx="391160" cy="382237"/>
            </a:xfrm>
            <a:prstGeom prst="rect">
              <a:avLst/>
            </a:prstGeom>
          </p:spPr>
        </p:pic>
        <p:pic>
          <p:nvPicPr>
            <p:cNvPr id="91" name="Graphic 20" descr="Group with solid fill">
              <a:extLst>
                <a:ext uri="{FF2B5EF4-FFF2-40B4-BE49-F238E27FC236}">
                  <a16:creationId xmlns:a16="http://schemas.microsoft.com/office/drawing/2014/main" id="{32A3BE1A-8509-2D12-7C86-C72593C76F4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727649" y="4562733"/>
              <a:ext cx="350520" cy="342524"/>
            </a:xfrm>
            <a:prstGeom prst="rect">
              <a:avLst/>
            </a:prstGeom>
          </p:spPr>
        </p:pic>
        <p:pic>
          <p:nvPicPr>
            <p:cNvPr id="97" name="Graphic 96" descr="Clipboard Ticked with solid fill">
              <a:extLst>
                <a:ext uri="{FF2B5EF4-FFF2-40B4-BE49-F238E27FC236}">
                  <a16:creationId xmlns:a16="http://schemas.microsoft.com/office/drawing/2014/main" id="{97DDF57D-6BE7-5751-A3C4-8A77D8EE9A6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599450" y="2686135"/>
              <a:ext cx="400436" cy="400436"/>
            </a:xfrm>
            <a:prstGeom prst="rect">
              <a:avLst/>
            </a:prstGeom>
          </p:spPr>
        </p:pic>
      </p:grpSp>
      <p:sp>
        <p:nvSpPr>
          <p:cNvPr id="3" name="TextBox 2">
            <a:extLst>
              <a:ext uri="{FF2B5EF4-FFF2-40B4-BE49-F238E27FC236}">
                <a16:creationId xmlns:a16="http://schemas.microsoft.com/office/drawing/2014/main" id="{251CCD58-290F-2D41-F86C-0EB1D2BA6512}"/>
              </a:ext>
            </a:extLst>
          </p:cNvPr>
          <p:cNvSpPr txBox="1"/>
          <p:nvPr/>
        </p:nvSpPr>
        <p:spPr>
          <a:xfrm>
            <a:off x="320805" y="306152"/>
            <a:ext cx="5295356" cy="523220"/>
          </a:xfrm>
          <a:prstGeom prst="rect">
            <a:avLst/>
          </a:prstGeom>
          <a:noFill/>
        </p:spPr>
        <p:txBody>
          <a:bodyPr wrap="square" rtlCol="0">
            <a:spAutoFit/>
          </a:bodyPr>
          <a:lstStyle/>
          <a:p>
            <a:r>
              <a:rPr lang="en-GB" sz="2800" b="1">
                <a:solidFill>
                  <a:schemeClr val="bg1"/>
                </a:solidFill>
                <a:latin typeface="+mj-lt"/>
              </a:rPr>
              <a:t>Business Model Canvas</a:t>
            </a:r>
          </a:p>
        </p:txBody>
      </p:sp>
      <p:sp>
        <p:nvSpPr>
          <p:cNvPr id="7" name="Rectangle 6">
            <a:extLst>
              <a:ext uri="{FF2B5EF4-FFF2-40B4-BE49-F238E27FC236}">
                <a16:creationId xmlns:a16="http://schemas.microsoft.com/office/drawing/2014/main" id="{620A4CCA-9172-3F80-640D-58E95B7F30D7}"/>
              </a:ext>
            </a:extLst>
          </p:cNvPr>
          <p:cNvSpPr/>
          <p:nvPr/>
        </p:nvSpPr>
        <p:spPr>
          <a:xfrm>
            <a:off x="321561" y="1187782"/>
            <a:ext cx="2255112" cy="5084935"/>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1600">
              <a:solidFill>
                <a:schemeClr val="tx1"/>
              </a:solidFill>
            </a:endParaRPr>
          </a:p>
          <a:p>
            <a:pPr>
              <a:buNone/>
            </a:pPr>
            <a:endParaRPr lang="en-GB" sz="1000" b="1">
              <a:solidFill>
                <a:schemeClr val="tx1"/>
              </a:solidFill>
            </a:endParaRPr>
          </a:p>
          <a:p>
            <a:pPr>
              <a:buNone/>
            </a:pPr>
            <a:r>
              <a:rPr lang="en-GB" sz="1000">
                <a:solidFill>
                  <a:schemeClr val="tx1"/>
                </a:solidFill>
              </a:rPr>
              <a:t>Our key partners, including government agencies, private developers, NGOs, and urban planners, will enable us to provide data-driven urban planning and optimized housing allocation, with the value of AI-driven insights for better housing solutions. </a:t>
            </a:r>
          </a:p>
          <a:p>
            <a:pPr>
              <a:buNone/>
            </a:pPr>
            <a:endParaRPr lang="en-GB" sz="1000">
              <a:solidFill>
                <a:schemeClr val="tx1"/>
              </a:solidFill>
            </a:endParaRPr>
          </a:p>
          <a:p>
            <a:pPr>
              <a:buNone/>
            </a:pPr>
            <a:r>
              <a:rPr lang="en-GB" sz="1000">
                <a:solidFill>
                  <a:schemeClr val="tx1"/>
                </a:solidFill>
              </a:rPr>
              <a:t>This will benefit governments by improving policy decisions, developers by identifying profitable investment areas, and slum dwellers by offering affordable relocation options.</a:t>
            </a:r>
          </a:p>
          <a:p>
            <a:pPr>
              <a:buNone/>
            </a:pPr>
            <a:endParaRPr lang="en-GB" sz="1000">
              <a:solidFill>
                <a:schemeClr val="tx1"/>
              </a:solidFill>
            </a:endParaRPr>
          </a:p>
          <a:p>
            <a:r>
              <a:rPr lang="en-GB" sz="1000">
                <a:solidFill>
                  <a:schemeClr val="tx1"/>
                </a:solidFill>
              </a:rPr>
              <a:t>Our cost structure, which includes AI infrastructure, data processing, software development, and stakeholder engagement, will be supported by revenue streams from government contracts, public-private partnerships, and international urban development grants. </a:t>
            </a:r>
          </a:p>
          <a:p>
            <a:endParaRPr lang="en-GB" sz="1000">
              <a:solidFill>
                <a:schemeClr val="tx1"/>
              </a:solidFill>
            </a:endParaRPr>
          </a:p>
          <a:p>
            <a:r>
              <a:rPr lang="en-GB" sz="1000">
                <a:solidFill>
                  <a:schemeClr val="tx1"/>
                </a:solidFill>
              </a:rPr>
              <a:t>This business model will enable us to sustain and scale our solution, ultimately reducing slum growth, improving urban planning, and ensuring accessible housing for low-income communities.</a:t>
            </a:r>
          </a:p>
        </p:txBody>
      </p:sp>
      <p:sp>
        <p:nvSpPr>
          <p:cNvPr id="8" name="Arrow: Chevron 7">
            <a:extLst>
              <a:ext uri="{FF2B5EF4-FFF2-40B4-BE49-F238E27FC236}">
                <a16:creationId xmlns:a16="http://schemas.microsoft.com/office/drawing/2014/main" id="{1F641F57-A05F-8B1A-D390-80E25EE7D709}"/>
              </a:ext>
            </a:extLst>
          </p:cNvPr>
          <p:cNvSpPr/>
          <p:nvPr/>
        </p:nvSpPr>
        <p:spPr>
          <a:xfrm>
            <a:off x="550796" y="1002414"/>
            <a:ext cx="1680058" cy="360000"/>
          </a:xfrm>
          <a:prstGeom prst="chevron">
            <a:avLst/>
          </a:prstGeom>
          <a:solidFill>
            <a:srgbClr val="6B76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a:solidFill>
                  <a:schemeClr val="bg1"/>
                </a:solidFill>
              </a:rPr>
              <a:t>Business</a:t>
            </a:r>
          </a:p>
        </p:txBody>
      </p:sp>
    </p:spTree>
    <p:extLst>
      <p:ext uri="{BB962C8B-B14F-4D97-AF65-F5344CB8AC3E}">
        <p14:creationId xmlns:p14="http://schemas.microsoft.com/office/powerpoint/2010/main" val="169762689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6343A"/>
        </a:solidFill>
        <a:effectLst/>
      </p:bgPr>
    </p:bg>
    <p:spTree>
      <p:nvGrpSpPr>
        <p:cNvPr id="1" name="">
          <a:extLst>
            <a:ext uri="{FF2B5EF4-FFF2-40B4-BE49-F238E27FC236}">
              <a16:creationId xmlns:a16="http://schemas.microsoft.com/office/drawing/2014/main" id="{85BC539C-334A-47C8-3B88-4CA8CEC233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687DFA-30B8-1C48-8FC7-E58C5CD872E4}"/>
              </a:ext>
            </a:extLst>
          </p:cNvPr>
          <p:cNvSpPr txBox="1"/>
          <p:nvPr/>
        </p:nvSpPr>
        <p:spPr>
          <a:xfrm>
            <a:off x="320805" y="306152"/>
            <a:ext cx="5295356" cy="523220"/>
          </a:xfrm>
          <a:prstGeom prst="rect">
            <a:avLst/>
          </a:prstGeom>
          <a:noFill/>
        </p:spPr>
        <p:txBody>
          <a:bodyPr wrap="square" rtlCol="0">
            <a:spAutoFit/>
          </a:bodyPr>
          <a:lstStyle/>
          <a:p>
            <a:r>
              <a:rPr lang="en-GB" sz="2800" b="1">
                <a:solidFill>
                  <a:schemeClr val="bg1"/>
                </a:solidFill>
                <a:latin typeface="+mj-lt"/>
              </a:rPr>
              <a:t>How We Will Fund Development</a:t>
            </a:r>
          </a:p>
        </p:txBody>
      </p:sp>
      <p:graphicFrame>
        <p:nvGraphicFramePr>
          <p:cNvPr id="6" name="Table 5">
            <a:extLst>
              <a:ext uri="{FF2B5EF4-FFF2-40B4-BE49-F238E27FC236}">
                <a16:creationId xmlns:a16="http://schemas.microsoft.com/office/drawing/2014/main" id="{28BA8D7B-D553-B063-2A5D-22CFE0EE32C3}"/>
              </a:ext>
            </a:extLst>
          </p:cNvPr>
          <p:cNvGraphicFramePr>
            <a:graphicFrameLocks noGrp="1"/>
          </p:cNvGraphicFramePr>
          <p:nvPr>
            <p:extLst>
              <p:ext uri="{D42A27DB-BD31-4B8C-83A1-F6EECF244321}">
                <p14:modId xmlns:p14="http://schemas.microsoft.com/office/powerpoint/2010/main" val="734009614"/>
              </p:ext>
            </p:extLst>
          </p:nvPr>
        </p:nvGraphicFramePr>
        <p:xfrm>
          <a:off x="2800952" y="1212782"/>
          <a:ext cx="9036518" cy="4935356"/>
        </p:xfrm>
        <a:graphic>
          <a:graphicData uri="http://schemas.openxmlformats.org/drawingml/2006/table">
            <a:tbl>
              <a:tblPr firstRow="1" bandRow="1">
                <a:tableStyleId>{5C22544A-7EE6-4342-B048-85BDC9FD1C3A}</a:tableStyleId>
              </a:tblPr>
              <a:tblGrid>
                <a:gridCol w="1260909">
                  <a:extLst>
                    <a:ext uri="{9D8B030D-6E8A-4147-A177-3AD203B41FA5}">
                      <a16:colId xmlns:a16="http://schemas.microsoft.com/office/drawing/2014/main" val="3215347885"/>
                    </a:ext>
                  </a:extLst>
                </a:gridCol>
                <a:gridCol w="1232034">
                  <a:extLst>
                    <a:ext uri="{9D8B030D-6E8A-4147-A177-3AD203B41FA5}">
                      <a16:colId xmlns:a16="http://schemas.microsoft.com/office/drawing/2014/main" val="3419233883"/>
                    </a:ext>
                  </a:extLst>
                </a:gridCol>
                <a:gridCol w="1001027">
                  <a:extLst>
                    <a:ext uri="{9D8B030D-6E8A-4147-A177-3AD203B41FA5}">
                      <a16:colId xmlns:a16="http://schemas.microsoft.com/office/drawing/2014/main" val="2050179726"/>
                    </a:ext>
                  </a:extLst>
                </a:gridCol>
                <a:gridCol w="877277">
                  <a:extLst>
                    <a:ext uri="{9D8B030D-6E8A-4147-A177-3AD203B41FA5}">
                      <a16:colId xmlns:a16="http://schemas.microsoft.com/office/drawing/2014/main" val="1165108077"/>
                    </a:ext>
                  </a:extLst>
                </a:gridCol>
                <a:gridCol w="1134403">
                  <a:extLst>
                    <a:ext uri="{9D8B030D-6E8A-4147-A177-3AD203B41FA5}">
                      <a16:colId xmlns:a16="http://schemas.microsoft.com/office/drawing/2014/main" val="3463615411"/>
                    </a:ext>
                  </a:extLst>
                </a:gridCol>
                <a:gridCol w="1243566">
                  <a:extLst>
                    <a:ext uri="{9D8B030D-6E8A-4147-A177-3AD203B41FA5}">
                      <a16:colId xmlns:a16="http://schemas.microsoft.com/office/drawing/2014/main" val="4093290725"/>
                    </a:ext>
                  </a:extLst>
                </a:gridCol>
                <a:gridCol w="1090512">
                  <a:extLst>
                    <a:ext uri="{9D8B030D-6E8A-4147-A177-3AD203B41FA5}">
                      <a16:colId xmlns:a16="http://schemas.microsoft.com/office/drawing/2014/main" val="1698371124"/>
                    </a:ext>
                  </a:extLst>
                </a:gridCol>
                <a:gridCol w="1196790">
                  <a:extLst>
                    <a:ext uri="{9D8B030D-6E8A-4147-A177-3AD203B41FA5}">
                      <a16:colId xmlns:a16="http://schemas.microsoft.com/office/drawing/2014/main" val="2719224643"/>
                    </a:ext>
                  </a:extLst>
                </a:gridCol>
              </a:tblGrid>
              <a:tr h="685541">
                <a:tc>
                  <a:txBody>
                    <a:bodyPr/>
                    <a:lstStyle/>
                    <a:p>
                      <a:pPr algn="ctr"/>
                      <a:r>
                        <a:rPr lang="en-GB" sz="1400" b="0"/>
                        <a:t>Funding Type</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tc>
                  <a:txBody>
                    <a:bodyPr/>
                    <a:lstStyle/>
                    <a:p>
                      <a:pPr algn="ctr"/>
                      <a:r>
                        <a:rPr lang="en-GB" sz="1400" b="0">
                          <a:solidFill>
                            <a:schemeClr val="bg1"/>
                          </a:solidFill>
                        </a:rPr>
                        <a:t>Best For</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tc>
                  <a:txBody>
                    <a:bodyPr/>
                    <a:lstStyle/>
                    <a:p>
                      <a:pPr algn="ctr"/>
                      <a:r>
                        <a:rPr lang="en-GB" sz="1400" b="0">
                          <a:solidFill>
                            <a:schemeClr val="bg1"/>
                          </a:solidFill>
                        </a:rPr>
                        <a:t>Funding Amount</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tc>
                  <a:txBody>
                    <a:bodyPr/>
                    <a:lstStyle/>
                    <a:p>
                      <a:pPr algn="ctr"/>
                      <a:r>
                        <a:rPr lang="en-GB" sz="1400" b="0">
                          <a:solidFill>
                            <a:schemeClr val="bg1"/>
                          </a:solidFill>
                        </a:rPr>
                        <a:t>Equity Required</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tc>
                  <a:txBody>
                    <a:bodyPr/>
                    <a:lstStyle/>
                    <a:p>
                      <a:pPr algn="ctr"/>
                      <a:r>
                        <a:rPr lang="en-GB" sz="1400" b="0">
                          <a:solidFill>
                            <a:schemeClr val="bg1"/>
                          </a:solidFill>
                        </a:rPr>
                        <a:t>Support and Mentorship</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tc>
                  <a:txBody>
                    <a:bodyPr/>
                    <a:lstStyle/>
                    <a:p>
                      <a:pPr algn="ctr"/>
                      <a:r>
                        <a:rPr lang="en-GB" sz="1400" b="0">
                          <a:solidFill>
                            <a:schemeClr val="bg1"/>
                          </a:solidFill>
                        </a:rPr>
                        <a:t>Competition Level</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tc>
                  <a:txBody>
                    <a:bodyPr/>
                    <a:lstStyle/>
                    <a:p>
                      <a:pPr algn="ctr"/>
                      <a:r>
                        <a:rPr lang="en-GB" sz="1400" b="0">
                          <a:solidFill>
                            <a:schemeClr val="bg1"/>
                          </a:solidFill>
                        </a:rPr>
                        <a:t>Main Benefit</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tc>
                  <a:txBody>
                    <a:bodyPr/>
                    <a:lstStyle/>
                    <a:p>
                      <a:pPr algn="ctr"/>
                      <a:r>
                        <a:rPr lang="en-GB" sz="1400" b="0"/>
                        <a:t>Main Downside</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extLst>
                  <a:ext uri="{0D108BD9-81ED-4DB2-BD59-A6C34878D82A}">
                    <a16:rowId xmlns:a16="http://schemas.microsoft.com/office/drawing/2014/main" val="3801779505"/>
                  </a:ext>
                </a:extLst>
              </a:tr>
              <a:tr h="1416605">
                <a:tc>
                  <a:txBody>
                    <a:bodyPr/>
                    <a:lstStyle/>
                    <a:p>
                      <a:pPr algn="ctr"/>
                      <a:r>
                        <a:rPr lang="en-GB" sz="1400">
                          <a:solidFill>
                            <a:schemeClr val="bg1"/>
                          </a:solidFill>
                        </a:rPr>
                        <a:t>Startup Competition:</a:t>
                      </a:r>
                    </a:p>
                    <a:p>
                      <a:pPr algn="ctr"/>
                      <a:r>
                        <a:rPr lang="en-GB" sz="1400">
                          <a:solidFill>
                            <a:schemeClr val="bg1"/>
                          </a:solidFill>
                        </a:rPr>
                        <a:t>The Pitch</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tc>
                  <a:txBody>
                    <a:bodyPr/>
                    <a:lstStyle/>
                    <a:p>
                      <a:pPr algn="ctr"/>
                      <a:r>
                        <a:rPr lang="en-GB" sz="1200" b="0">
                          <a:solidFill>
                            <a:schemeClr val="tx1"/>
                          </a:solidFill>
                        </a:rPr>
                        <a:t>Early-stage startups needing credibility, funding and exposure</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r>
                        <a:rPr lang="en-GB" sz="1200" b="0">
                          <a:solidFill>
                            <a:schemeClr val="tx1"/>
                          </a:solidFill>
                        </a:rPr>
                        <a:t>Up to £5,000 (Prize-based)</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r>
                        <a:rPr lang="en-GB" sz="1200" b="0">
                          <a:solidFill>
                            <a:schemeClr val="tx1"/>
                          </a:solidFill>
                        </a:rPr>
                        <a:t>No equity required</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r>
                        <a:rPr lang="en-GB" sz="1200" b="0">
                          <a:solidFill>
                            <a:schemeClr val="tx1"/>
                          </a:solidFill>
                        </a:rPr>
                        <a:t>Some mentorship (workshops and investor exposure)</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r>
                        <a:rPr lang="en-GB" sz="1200" b="0">
                          <a:solidFill>
                            <a:schemeClr val="tx1"/>
                          </a:solidFill>
                        </a:rPr>
                        <a:t>Very high (many applicants, few winners)</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r>
                        <a:rPr lang="en-GB" sz="1200" b="0">
                          <a:solidFill>
                            <a:schemeClr val="tx1"/>
                          </a:solidFill>
                        </a:rPr>
                        <a:t>Free funding and great exposure</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r>
                        <a:rPr lang="en-GB" sz="1200">
                          <a:solidFill>
                            <a:schemeClr val="tx1"/>
                          </a:solidFill>
                        </a:rPr>
                        <a:t>Highly competitive, no guarantee of winning</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extLst>
                  <a:ext uri="{0D108BD9-81ED-4DB2-BD59-A6C34878D82A}">
                    <a16:rowId xmlns:a16="http://schemas.microsoft.com/office/drawing/2014/main" val="3806175475"/>
                  </a:ext>
                </a:extLst>
              </a:tr>
              <a:tr h="1416605">
                <a:tc>
                  <a:txBody>
                    <a:bodyPr/>
                    <a:lstStyle/>
                    <a:p>
                      <a:pPr algn="ctr"/>
                      <a:r>
                        <a:rPr lang="en-GB" sz="1400">
                          <a:solidFill>
                            <a:schemeClr val="bg1"/>
                          </a:solidFill>
                        </a:rPr>
                        <a:t>Accelerator: </a:t>
                      </a:r>
                      <a:r>
                        <a:rPr lang="en-GB" sz="1400" err="1">
                          <a:solidFill>
                            <a:schemeClr val="bg1"/>
                          </a:solidFill>
                        </a:rPr>
                        <a:t>Geovation</a:t>
                      </a:r>
                      <a:r>
                        <a:rPr lang="en-GB" sz="1400">
                          <a:solidFill>
                            <a:schemeClr val="bg1"/>
                          </a:solidFill>
                        </a:rPr>
                        <a:t> </a:t>
                      </a:r>
                      <a:r>
                        <a:rPr lang="en-GB" sz="1400" err="1">
                          <a:solidFill>
                            <a:schemeClr val="bg1"/>
                          </a:solidFill>
                        </a:rPr>
                        <a:t>PropTech</a:t>
                      </a:r>
                      <a:r>
                        <a:rPr lang="en-GB" sz="1400">
                          <a:solidFill>
                            <a:schemeClr val="bg1"/>
                          </a:solidFill>
                        </a:rPr>
                        <a:t> Accelerator</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tc>
                  <a:txBody>
                    <a:bodyPr/>
                    <a:lstStyle/>
                    <a:p>
                      <a:pPr algn="ctr"/>
                      <a:r>
                        <a:rPr lang="en-GB" sz="1200" b="0">
                          <a:solidFill>
                            <a:schemeClr val="tx1"/>
                          </a:solidFill>
                        </a:rPr>
                        <a:t>Startups integrating tech with property and urban planning</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tc>
                  <a:txBody>
                    <a:bodyPr/>
                    <a:lstStyle/>
                    <a:p>
                      <a:pPr algn="ctr"/>
                      <a:r>
                        <a:rPr lang="en-GB" sz="1200" b="0">
                          <a:solidFill>
                            <a:schemeClr val="tx1"/>
                          </a:solidFill>
                        </a:rPr>
                        <a:t>Up to £20,000 + resources</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tc>
                  <a:txBody>
                    <a:bodyPr/>
                    <a:lstStyle/>
                    <a:p>
                      <a:pPr algn="ctr"/>
                      <a:r>
                        <a:rPr lang="en-GB" sz="1200" b="0">
                          <a:solidFill>
                            <a:schemeClr val="tx1"/>
                          </a:solidFill>
                        </a:rPr>
                        <a:t>Yes (equity-based, usually 5-10%)</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tc>
                  <a:txBody>
                    <a:bodyPr/>
                    <a:lstStyle/>
                    <a:p>
                      <a:pPr algn="ctr"/>
                      <a:r>
                        <a:rPr lang="en-GB" sz="1200" b="0">
                          <a:solidFill>
                            <a:schemeClr val="tx1"/>
                          </a:solidFill>
                        </a:rPr>
                        <a:t>High (mentorship, networking and workspace)</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tc>
                  <a:txBody>
                    <a:bodyPr/>
                    <a:lstStyle/>
                    <a:p>
                      <a:pPr algn="ctr"/>
                      <a:r>
                        <a:rPr lang="en-GB" sz="1200" b="0">
                          <a:solidFill>
                            <a:schemeClr val="tx1"/>
                          </a:solidFill>
                        </a:rPr>
                        <a:t>High (selective entry)</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tc>
                  <a:txBody>
                    <a:bodyPr/>
                    <a:lstStyle/>
                    <a:p>
                      <a:pPr algn="ctr"/>
                      <a:r>
                        <a:rPr lang="en-GB" sz="1200" b="0">
                          <a:solidFill>
                            <a:schemeClr val="tx1"/>
                          </a:solidFill>
                        </a:rPr>
                        <a:t>Expert guidance, funding and investor connections</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tc>
                  <a:txBody>
                    <a:bodyPr/>
                    <a:lstStyle/>
                    <a:p>
                      <a:pPr algn="ctr"/>
                      <a:r>
                        <a:rPr lang="en-GB" sz="1200">
                          <a:solidFill>
                            <a:schemeClr val="tx1"/>
                          </a:solidFill>
                        </a:rPr>
                        <a:t>Requires equity and time commitment</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E9EEEE"/>
                    </a:solidFill>
                  </a:tcPr>
                </a:tc>
                <a:extLst>
                  <a:ext uri="{0D108BD9-81ED-4DB2-BD59-A6C34878D82A}">
                    <a16:rowId xmlns:a16="http://schemas.microsoft.com/office/drawing/2014/main" val="1252205783"/>
                  </a:ext>
                </a:extLst>
              </a:tr>
              <a:tr h="1416605">
                <a:tc>
                  <a:txBody>
                    <a:bodyPr/>
                    <a:lstStyle/>
                    <a:p>
                      <a:pPr algn="ctr"/>
                      <a:r>
                        <a:rPr lang="en-GB" sz="1400">
                          <a:solidFill>
                            <a:schemeClr val="bg1"/>
                          </a:solidFill>
                        </a:rPr>
                        <a:t>Crowdfunding: Kickstarter</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3F6457"/>
                    </a:solidFill>
                  </a:tcPr>
                </a:tc>
                <a:tc>
                  <a:txBody>
                    <a:bodyPr/>
                    <a:lstStyle/>
                    <a:p>
                      <a:pPr algn="ctr"/>
                      <a:r>
                        <a:rPr lang="en-GB" sz="1200" b="0">
                          <a:solidFill>
                            <a:schemeClr val="tx1"/>
                          </a:solidFill>
                        </a:rPr>
                        <a:t>Startups with mass appeal and strong storytelling</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r>
                        <a:rPr lang="en-GB" sz="1200" b="0">
                          <a:solidFill>
                            <a:schemeClr val="tx1"/>
                          </a:solidFill>
                        </a:rPr>
                        <a:t>Varies (can be low to very high based on campaign success)</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r>
                        <a:rPr lang="en-GB" sz="1200" b="0">
                          <a:solidFill>
                            <a:schemeClr val="tx1"/>
                          </a:solidFill>
                        </a:rPr>
                        <a:t>No equity required (rewards-based model)</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r>
                        <a:rPr lang="en-GB" sz="1200" b="0">
                          <a:solidFill>
                            <a:schemeClr val="tx1"/>
                          </a:solidFill>
                        </a:rPr>
                        <a:t>Limited (customer driven validation)</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r>
                        <a:rPr lang="en-GB" sz="1200" b="0">
                          <a:solidFill>
                            <a:schemeClr val="tx1"/>
                          </a:solidFill>
                        </a:rPr>
                        <a:t>Medium (Success depends on marketing and engagement)</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r>
                        <a:rPr lang="en-GB" sz="1200" b="0">
                          <a:solidFill>
                            <a:schemeClr val="tx1"/>
                          </a:solidFill>
                        </a:rPr>
                        <a:t>No equity loss and builds an early customer base</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tc>
                  <a:txBody>
                    <a:bodyPr/>
                    <a:lstStyle/>
                    <a:p>
                      <a:pPr algn="ctr"/>
                      <a:r>
                        <a:rPr lang="en-GB" sz="1200">
                          <a:solidFill>
                            <a:schemeClr val="tx1"/>
                          </a:solidFill>
                        </a:rPr>
                        <a:t>Requires strong marketing, no guarantee of success</a:t>
                      </a:r>
                    </a:p>
                  </a:txBody>
                  <a:tcPr anchor="ctr">
                    <a:lnL w="76200" cap="flat" cmpd="sng" algn="ctr">
                      <a:solidFill>
                        <a:srgbClr val="26343A"/>
                      </a:solidFill>
                      <a:prstDash val="solid"/>
                      <a:round/>
                      <a:headEnd type="none" w="med" len="med"/>
                      <a:tailEnd type="none" w="med" len="med"/>
                    </a:lnL>
                    <a:lnR w="76200" cap="flat" cmpd="sng" algn="ctr">
                      <a:solidFill>
                        <a:srgbClr val="26343A"/>
                      </a:solidFill>
                      <a:prstDash val="solid"/>
                      <a:round/>
                      <a:headEnd type="none" w="med" len="med"/>
                      <a:tailEnd type="none" w="med" len="med"/>
                    </a:lnR>
                    <a:lnT w="76200" cap="flat" cmpd="sng" algn="ctr">
                      <a:solidFill>
                        <a:srgbClr val="26343A"/>
                      </a:solidFill>
                      <a:prstDash val="solid"/>
                      <a:round/>
                      <a:headEnd type="none" w="med" len="med"/>
                      <a:tailEnd type="none" w="med" len="med"/>
                    </a:lnT>
                    <a:lnB w="76200" cap="flat" cmpd="sng" algn="ctr">
                      <a:solidFill>
                        <a:srgbClr val="26343A"/>
                      </a:solidFill>
                      <a:prstDash val="solid"/>
                      <a:round/>
                      <a:headEnd type="none" w="med" len="med"/>
                      <a:tailEnd type="none" w="med" len="med"/>
                    </a:lnB>
                    <a:solidFill>
                      <a:srgbClr val="BDBFBE"/>
                    </a:solidFill>
                  </a:tcPr>
                </a:tc>
                <a:extLst>
                  <a:ext uri="{0D108BD9-81ED-4DB2-BD59-A6C34878D82A}">
                    <a16:rowId xmlns:a16="http://schemas.microsoft.com/office/drawing/2014/main" val="3504238568"/>
                  </a:ext>
                </a:extLst>
              </a:tr>
            </a:tbl>
          </a:graphicData>
        </a:graphic>
      </p:graphicFrame>
      <p:sp>
        <p:nvSpPr>
          <p:cNvPr id="28" name="Rectangle 27">
            <a:extLst>
              <a:ext uri="{FF2B5EF4-FFF2-40B4-BE49-F238E27FC236}">
                <a16:creationId xmlns:a16="http://schemas.microsoft.com/office/drawing/2014/main" id="{0B963362-7B05-C121-720B-3C898104A072}"/>
              </a:ext>
            </a:extLst>
          </p:cNvPr>
          <p:cNvSpPr/>
          <p:nvPr/>
        </p:nvSpPr>
        <p:spPr>
          <a:xfrm>
            <a:off x="321561" y="1178157"/>
            <a:ext cx="2255112" cy="5084935"/>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1600">
              <a:solidFill>
                <a:schemeClr val="tx1"/>
              </a:solidFill>
            </a:endParaRPr>
          </a:p>
          <a:p>
            <a:pPr>
              <a:buNone/>
            </a:pPr>
            <a:endParaRPr lang="en-GB" sz="1000" b="1">
              <a:solidFill>
                <a:schemeClr val="tx1"/>
              </a:solidFill>
            </a:endParaRPr>
          </a:p>
          <a:p>
            <a:pPr>
              <a:buNone/>
            </a:pPr>
            <a:r>
              <a:rPr lang="en-GB" sz="1000">
                <a:solidFill>
                  <a:schemeClr val="tx1"/>
                </a:solidFill>
              </a:rPr>
              <a:t>Our development will be funded through a combination of startup competitions, accelerator programs, and crowdfunding, alongside government contracts and public-private partnerships.</a:t>
            </a:r>
          </a:p>
          <a:p>
            <a:pPr>
              <a:buNone/>
            </a:pPr>
            <a:endParaRPr lang="en-GB" sz="1000">
              <a:solidFill>
                <a:schemeClr val="tx1"/>
              </a:solidFill>
            </a:endParaRPr>
          </a:p>
          <a:p>
            <a:pPr>
              <a:buNone/>
            </a:pPr>
            <a:r>
              <a:rPr lang="en-GB" sz="1000">
                <a:solidFill>
                  <a:schemeClr val="tx1"/>
                </a:solidFill>
              </a:rPr>
              <a:t>We will participate in startup competitions like "The Pitch" to gain initial funding and industry exposure.</a:t>
            </a:r>
          </a:p>
          <a:p>
            <a:pPr>
              <a:buNone/>
            </a:pPr>
            <a:endParaRPr lang="en-GB" sz="1000">
              <a:solidFill>
                <a:schemeClr val="tx1"/>
              </a:solidFill>
            </a:endParaRPr>
          </a:p>
          <a:p>
            <a:pPr>
              <a:buNone/>
            </a:pPr>
            <a:r>
              <a:rPr lang="en-GB" sz="1000">
                <a:solidFill>
                  <a:schemeClr val="tx1"/>
                </a:solidFill>
              </a:rPr>
              <a:t>Additionally, we plan to join the </a:t>
            </a:r>
            <a:r>
              <a:rPr lang="en-GB" sz="1000" err="1">
                <a:solidFill>
                  <a:schemeClr val="tx1"/>
                </a:solidFill>
              </a:rPr>
              <a:t>Geovation</a:t>
            </a:r>
            <a:r>
              <a:rPr lang="en-GB" sz="1000">
                <a:solidFill>
                  <a:schemeClr val="tx1"/>
                </a:solidFill>
              </a:rPr>
              <a:t> </a:t>
            </a:r>
            <a:r>
              <a:rPr lang="en-GB" sz="1000" err="1">
                <a:solidFill>
                  <a:schemeClr val="tx1"/>
                </a:solidFill>
              </a:rPr>
              <a:t>PropTech</a:t>
            </a:r>
            <a:r>
              <a:rPr lang="en-GB" sz="1000">
                <a:solidFill>
                  <a:schemeClr val="tx1"/>
                </a:solidFill>
              </a:rPr>
              <a:t> Accelerator, which provides financial support, mentorship, and networking opportunities to scale our solution effectively.</a:t>
            </a:r>
          </a:p>
          <a:p>
            <a:pPr>
              <a:buNone/>
            </a:pPr>
            <a:endParaRPr lang="en-GB" sz="1000">
              <a:solidFill>
                <a:schemeClr val="tx1"/>
              </a:solidFill>
            </a:endParaRPr>
          </a:p>
          <a:p>
            <a:r>
              <a:rPr lang="en-GB" sz="1000">
                <a:solidFill>
                  <a:schemeClr val="tx1"/>
                </a:solidFill>
              </a:rPr>
              <a:t>To engage public support and secure early-stage funding, we will launch a crowdfunding campaign on Kickstarter, allowing individuals and organizations to contribute to the development of our Smart Housing Allocation App.</a:t>
            </a:r>
          </a:p>
          <a:p>
            <a:endParaRPr lang="en-GB" sz="1000">
              <a:solidFill>
                <a:schemeClr val="tx1"/>
              </a:solidFill>
            </a:endParaRPr>
          </a:p>
          <a:p>
            <a:r>
              <a:rPr lang="en-GB" sz="1000">
                <a:solidFill>
                  <a:schemeClr val="tx1"/>
                </a:solidFill>
              </a:rPr>
              <a:t>These funding sources, combined with government contracts and partnerships with private developers, will sustain and expand our platform.</a:t>
            </a:r>
          </a:p>
        </p:txBody>
      </p:sp>
      <p:sp>
        <p:nvSpPr>
          <p:cNvPr id="29" name="Arrow: Chevron 28">
            <a:extLst>
              <a:ext uri="{FF2B5EF4-FFF2-40B4-BE49-F238E27FC236}">
                <a16:creationId xmlns:a16="http://schemas.microsoft.com/office/drawing/2014/main" id="{1850293C-60FE-7177-F55A-906F4F42EF05}"/>
              </a:ext>
            </a:extLst>
          </p:cNvPr>
          <p:cNvSpPr/>
          <p:nvPr/>
        </p:nvSpPr>
        <p:spPr>
          <a:xfrm>
            <a:off x="550796" y="992789"/>
            <a:ext cx="1680058" cy="370737"/>
          </a:xfrm>
          <a:prstGeom prst="chevron">
            <a:avLst/>
          </a:prstGeom>
          <a:solidFill>
            <a:srgbClr val="5C5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solidFill>
                  <a:schemeClr val="bg1"/>
                </a:solidFill>
              </a:rPr>
              <a:t>Funding</a:t>
            </a:r>
          </a:p>
        </p:txBody>
      </p:sp>
    </p:spTree>
    <p:extLst>
      <p:ext uri="{BB962C8B-B14F-4D97-AF65-F5344CB8AC3E}">
        <p14:creationId xmlns:p14="http://schemas.microsoft.com/office/powerpoint/2010/main" val="130631266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6343A"/>
        </a:solidFill>
        <a:effectLst/>
      </p:bgPr>
    </p:bg>
    <p:spTree>
      <p:nvGrpSpPr>
        <p:cNvPr id="1" name="">
          <a:extLst>
            <a:ext uri="{FF2B5EF4-FFF2-40B4-BE49-F238E27FC236}">
              <a16:creationId xmlns:a16="http://schemas.microsoft.com/office/drawing/2014/main" id="{FDD53787-8FEB-17D1-CF01-6B5A71592EEA}"/>
            </a:ext>
          </a:extLst>
        </p:cNvPr>
        <p:cNvGrpSpPr/>
        <p:nvPr/>
      </p:nvGrpSpPr>
      <p:grpSpPr>
        <a:xfrm>
          <a:off x="0" y="0"/>
          <a:ext cx="0" cy="0"/>
          <a:chOff x="0" y="0"/>
          <a:chExt cx="0" cy="0"/>
        </a:xfrm>
      </p:grpSpPr>
      <p:grpSp>
        <p:nvGrpSpPr>
          <p:cNvPr id="35" name="Group 34">
            <a:extLst>
              <a:ext uri="{FF2B5EF4-FFF2-40B4-BE49-F238E27FC236}">
                <a16:creationId xmlns:a16="http://schemas.microsoft.com/office/drawing/2014/main" id="{4923EF25-6CA5-BB68-FF00-BE5146013CC1}"/>
              </a:ext>
            </a:extLst>
          </p:cNvPr>
          <p:cNvGrpSpPr/>
          <p:nvPr/>
        </p:nvGrpSpPr>
        <p:grpSpPr>
          <a:xfrm>
            <a:off x="7878900" y="-5523"/>
            <a:ext cx="4313100" cy="6858150"/>
            <a:chOff x="7144241" y="-5523"/>
            <a:chExt cx="5047759" cy="6858150"/>
          </a:xfrm>
        </p:grpSpPr>
        <p:pic>
          <p:nvPicPr>
            <p:cNvPr id="18" name="Picture 17" descr="A city at night with lights&#10;&#10;AI-generated content may be incorrect.">
              <a:extLst>
                <a:ext uri="{FF2B5EF4-FFF2-40B4-BE49-F238E27FC236}">
                  <a16:creationId xmlns:a16="http://schemas.microsoft.com/office/drawing/2014/main" id="{CFD2077E-94C3-A371-F6B0-E23B3E8B9E66}"/>
                </a:ext>
              </a:extLst>
            </p:cNvPr>
            <p:cNvPicPr>
              <a:picLocks noChangeAspect="1"/>
            </p:cNvPicPr>
            <p:nvPr/>
          </p:nvPicPr>
          <p:blipFill>
            <a:blip r:embed="rId2">
              <a:extLst>
                <a:ext uri="{28A0092B-C50C-407E-A947-70E740481C1C}">
                  <a14:useLocalDpi xmlns:a14="http://schemas.microsoft.com/office/drawing/2010/main" val="0"/>
                </a:ext>
              </a:extLst>
            </a:blip>
            <a:srcRect r="61536" b="161"/>
            <a:stretch>
              <a:fillRect/>
            </a:stretch>
          </p:blipFill>
          <p:spPr>
            <a:xfrm>
              <a:off x="7502423" y="5363"/>
              <a:ext cx="4689577" cy="6846953"/>
            </a:xfrm>
            <a:custGeom>
              <a:avLst/>
              <a:gdLst>
                <a:gd name="connsiteX0" fmla="*/ 774183 w 4689577"/>
                <a:gd name="connsiteY0" fmla="*/ 0 h 6846953"/>
                <a:gd name="connsiteX1" fmla="*/ 4689577 w 4689577"/>
                <a:gd name="connsiteY1" fmla="*/ 0 h 6846953"/>
                <a:gd name="connsiteX2" fmla="*/ 4689577 w 4689577"/>
                <a:gd name="connsiteY2" fmla="*/ 6846953 h 6846953"/>
                <a:gd name="connsiteX3" fmla="*/ 2326295 w 4689577"/>
                <a:gd name="connsiteY3" fmla="*/ 6846953 h 6846953"/>
                <a:gd name="connsiteX4" fmla="*/ 1423863 w 4689577"/>
                <a:gd name="connsiteY4" fmla="*/ 6846953 h 6846953"/>
                <a:gd name="connsiteX5" fmla="*/ 0 w 4689577"/>
                <a:gd name="connsiteY5" fmla="*/ 6846953 h 6846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89577" h="6846953">
                  <a:moveTo>
                    <a:pt x="774183" y="0"/>
                  </a:moveTo>
                  <a:lnTo>
                    <a:pt x="4689577" y="0"/>
                  </a:lnTo>
                  <a:lnTo>
                    <a:pt x="4689577" y="6846953"/>
                  </a:lnTo>
                  <a:lnTo>
                    <a:pt x="2326295" y="6846953"/>
                  </a:lnTo>
                  <a:lnTo>
                    <a:pt x="1423863" y="6846953"/>
                  </a:lnTo>
                  <a:lnTo>
                    <a:pt x="0" y="6846953"/>
                  </a:lnTo>
                  <a:close/>
                </a:path>
              </a:pathLst>
            </a:custGeom>
          </p:spPr>
        </p:pic>
        <p:sp>
          <p:nvSpPr>
            <p:cNvPr id="20" name="Free-form: Shape 19">
              <a:extLst>
                <a:ext uri="{FF2B5EF4-FFF2-40B4-BE49-F238E27FC236}">
                  <a16:creationId xmlns:a16="http://schemas.microsoft.com/office/drawing/2014/main" id="{D31694D5-7057-1D88-0C22-39D75D524C48}"/>
                </a:ext>
              </a:extLst>
            </p:cNvPr>
            <p:cNvSpPr/>
            <p:nvPr/>
          </p:nvSpPr>
          <p:spPr>
            <a:xfrm>
              <a:off x="7502424" y="-5523"/>
              <a:ext cx="770720" cy="6858150"/>
            </a:xfrm>
            <a:custGeom>
              <a:avLst/>
              <a:gdLst>
                <a:gd name="connsiteX0" fmla="*/ 1578293 w 1627247"/>
                <a:gd name="connsiteY0" fmla="*/ 0 h 6869348"/>
                <a:gd name="connsiteX1" fmla="*/ 1627247 w 1627247"/>
                <a:gd name="connsiteY1" fmla="*/ 0 h 6869348"/>
                <a:gd name="connsiteX2" fmla="*/ 653406 w 1627247"/>
                <a:gd name="connsiteY2" fmla="*/ 4231532 h 6869348"/>
                <a:gd name="connsiteX3" fmla="*/ 980932 w 1627247"/>
                <a:gd name="connsiteY3" fmla="*/ 4231532 h 6869348"/>
                <a:gd name="connsiteX4" fmla="*/ 373643 w 1627247"/>
                <a:gd name="connsiteY4" fmla="*/ 6869348 h 6869348"/>
                <a:gd name="connsiteX5" fmla="*/ 17164 w 1627247"/>
                <a:gd name="connsiteY5" fmla="*/ 6869348 h 6869348"/>
                <a:gd name="connsiteX6" fmla="*/ 19777 w 1627247"/>
                <a:gd name="connsiteY6" fmla="*/ 6857998 h 6869348"/>
                <a:gd name="connsiteX7" fmla="*/ 0 w 1627247"/>
                <a:gd name="connsiteY7" fmla="*/ 6857998 h 686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7247" h="6869348">
                  <a:moveTo>
                    <a:pt x="1578293" y="0"/>
                  </a:moveTo>
                  <a:lnTo>
                    <a:pt x="1627247" y="0"/>
                  </a:lnTo>
                  <a:lnTo>
                    <a:pt x="653406" y="4231532"/>
                  </a:lnTo>
                  <a:lnTo>
                    <a:pt x="980932" y="4231532"/>
                  </a:lnTo>
                  <a:lnTo>
                    <a:pt x="373643" y="6869348"/>
                  </a:lnTo>
                  <a:lnTo>
                    <a:pt x="17164" y="6869348"/>
                  </a:lnTo>
                  <a:lnTo>
                    <a:pt x="19777" y="6857998"/>
                  </a:lnTo>
                  <a:lnTo>
                    <a:pt x="0" y="6857998"/>
                  </a:lnTo>
                  <a:close/>
                </a:path>
              </a:pathLst>
            </a:custGeom>
            <a:solidFill>
              <a:srgbClr val="5C5C54"/>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22" name="Free-form: Shape 21">
              <a:extLst>
                <a:ext uri="{FF2B5EF4-FFF2-40B4-BE49-F238E27FC236}">
                  <a16:creationId xmlns:a16="http://schemas.microsoft.com/office/drawing/2014/main" id="{96140ECE-4388-CEA8-0156-69F1A5B63C7E}"/>
                </a:ext>
              </a:extLst>
            </p:cNvPr>
            <p:cNvSpPr/>
            <p:nvPr/>
          </p:nvSpPr>
          <p:spPr>
            <a:xfrm>
              <a:off x="7324630" y="794657"/>
              <a:ext cx="679769" cy="6048830"/>
            </a:xfrm>
            <a:custGeom>
              <a:avLst/>
              <a:gdLst>
                <a:gd name="connsiteX0" fmla="*/ 1164328 w 1196425"/>
                <a:gd name="connsiteY0" fmla="*/ 0 h 5263572"/>
                <a:gd name="connsiteX1" fmla="*/ 1196425 w 1196425"/>
                <a:gd name="connsiteY1" fmla="*/ 0 h 5263572"/>
                <a:gd name="connsiteX2" fmla="*/ 32097 w 1196425"/>
                <a:gd name="connsiteY2" fmla="*/ 5263572 h 5263572"/>
                <a:gd name="connsiteX3" fmla="*/ 0 w 1196425"/>
                <a:gd name="connsiteY3" fmla="*/ 5263572 h 5263572"/>
              </a:gdLst>
              <a:ahLst/>
              <a:cxnLst>
                <a:cxn ang="0">
                  <a:pos x="connsiteX0" y="connsiteY0"/>
                </a:cxn>
                <a:cxn ang="0">
                  <a:pos x="connsiteX1" y="connsiteY1"/>
                </a:cxn>
                <a:cxn ang="0">
                  <a:pos x="connsiteX2" y="connsiteY2"/>
                </a:cxn>
                <a:cxn ang="0">
                  <a:pos x="connsiteX3" y="connsiteY3"/>
                </a:cxn>
              </a:cxnLst>
              <a:rect l="l" t="t" r="r" b="b"/>
              <a:pathLst>
                <a:path w="1196425" h="5263572">
                  <a:moveTo>
                    <a:pt x="1164328" y="0"/>
                  </a:moveTo>
                  <a:lnTo>
                    <a:pt x="1196425" y="0"/>
                  </a:lnTo>
                  <a:lnTo>
                    <a:pt x="32097" y="5263572"/>
                  </a:lnTo>
                  <a:lnTo>
                    <a:pt x="0" y="5263572"/>
                  </a:lnTo>
                  <a:close/>
                </a:path>
              </a:pathLst>
            </a:custGeom>
            <a:solidFill>
              <a:srgbClr val="5C5C54"/>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sp>
          <p:nvSpPr>
            <p:cNvPr id="24" name="Free-form: Shape 23">
              <a:extLst>
                <a:ext uri="{FF2B5EF4-FFF2-40B4-BE49-F238E27FC236}">
                  <a16:creationId xmlns:a16="http://schemas.microsoft.com/office/drawing/2014/main" id="{C0184754-9C07-F990-F149-8773F5D13676}"/>
                </a:ext>
              </a:extLst>
            </p:cNvPr>
            <p:cNvSpPr/>
            <p:nvPr/>
          </p:nvSpPr>
          <p:spPr>
            <a:xfrm>
              <a:off x="7144241" y="1611085"/>
              <a:ext cx="573439" cy="5241231"/>
            </a:xfrm>
            <a:custGeom>
              <a:avLst/>
              <a:gdLst>
                <a:gd name="connsiteX0" fmla="*/ 1088678 w 1120775"/>
                <a:gd name="connsiteY0" fmla="*/ 0 h 4921584"/>
                <a:gd name="connsiteX1" fmla="*/ 1120775 w 1120775"/>
                <a:gd name="connsiteY1" fmla="*/ 0 h 4921584"/>
                <a:gd name="connsiteX2" fmla="*/ 32097 w 1120775"/>
                <a:gd name="connsiteY2" fmla="*/ 4921584 h 4921584"/>
                <a:gd name="connsiteX3" fmla="*/ 0 w 1120775"/>
                <a:gd name="connsiteY3" fmla="*/ 4921584 h 4921584"/>
              </a:gdLst>
              <a:ahLst/>
              <a:cxnLst>
                <a:cxn ang="0">
                  <a:pos x="connsiteX0" y="connsiteY0"/>
                </a:cxn>
                <a:cxn ang="0">
                  <a:pos x="connsiteX1" y="connsiteY1"/>
                </a:cxn>
                <a:cxn ang="0">
                  <a:pos x="connsiteX2" y="connsiteY2"/>
                </a:cxn>
                <a:cxn ang="0">
                  <a:pos x="connsiteX3" y="connsiteY3"/>
                </a:cxn>
              </a:cxnLst>
              <a:rect l="l" t="t" r="r" b="b"/>
              <a:pathLst>
                <a:path w="1120775" h="4921584">
                  <a:moveTo>
                    <a:pt x="1088678" y="0"/>
                  </a:moveTo>
                  <a:lnTo>
                    <a:pt x="1120775" y="0"/>
                  </a:lnTo>
                  <a:lnTo>
                    <a:pt x="32097" y="4921584"/>
                  </a:lnTo>
                  <a:lnTo>
                    <a:pt x="0" y="4921584"/>
                  </a:lnTo>
                  <a:close/>
                </a:path>
              </a:pathLst>
            </a:custGeom>
            <a:solidFill>
              <a:srgbClr val="928F86"/>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GB"/>
            </a:p>
          </p:txBody>
        </p:sp>
      </p:grpSp>
      <p:sp>
        <p:nvSpPr>
          <p:cNvPr id="25" name="TextBox 24">
            <a:extLst>
              <a:ext uri="{FF2B5EF4-FFF2-40B4-BE49-F238E27FC236}">
                <a16:creationId xmlns:a16="http://schemas.microsoft.com/office/drawing/2014/main" id="{86CAF08D-0431-233F-9BC0-1E7E860D18CB}"/>
              </a:ext>
            </a:extLst>
          </p:cNvPr>
          <p:cNvSpPr txBox="1"/>
          <p:nvPr/>
        </p:nvSpPr>
        <p:spPr>
          <a:xfrm>
            <a:off x="320805" y="306152"/>
            <a:ext cx="5295356" cy="523220"/>
          </a:xfrm>
          <a:prstGeom prst="rect">
            <a:avLst/>
          </a:prstGeom>
          <a:noFill/>
        </p:spPr>
        <p:txBody>
          <a:bodyPr wrap="square" rtlCol="0">
            <a:spAutoFit/>
          </a:bodyPr>
          <a:lstStyle/>
          <a:p>
            <a:r>
              <a:rPr lang="en-GB" sz="2800" b="1">
                <a:solidFill>
                  <a:schemeClr val="bg1"/>
                </a:solidFill>
                <a:latin typeface="+mj-lt"/>
              </a:rPr>
              <a:t>Conclusion</a:t>
            </a:r>
          </a:p>
        </p:txBody>
      </p:sp>
      <p:sp>
        <p:nvSpPr>
          <p:cNvPr id="32" name="Rectangle 31">
            <a:extLst>
              <a:ext uri="{FF2B5EF4-FFF2-40B4-BE49-F238E27FC236}">
                <a16:creationId xmlns:a16="http://schemas.microsoft.com/office/drawing/2014/main" id="{8758A59E-2803-61D3-6C47-C80B63E0A566}"/>
              </a:ext>
            </a:extLst>
          </p:cNvPr>
          <p:cNvSpPr/>
          <p:nvPr/>
        </p:nvSpPr>
        <p:spPr>
          <a:xfrm>
            <a:off x="1013001" y="980874"/>
            <a:ext cx="6291930" cy="3289333"/>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endParaRPr lang="en-GB" sz="1600">
              <a:solidFill>
                <a:schemeClr val="tx1"/>
              </a:solidFill>
            </a:endParaRPr>
          </a:p>
          <a:p>
            <a:endParaRPr lang="en-GB" sz="1400">
              <a:solidFill>
                <a:schemeClr val="tx1"/>
              </a:solidFill>
            </a:endParaRPr>
          </a:p>
          <a:p>
            <a:pPr algn="ctr"/>
            <a:endParaRPr lang="en-GB" sz="1600"/>
          </a:p>
        </p:txBody>
      </p:sp>
      <p:sp>
        <p:nvSpPr>
          <p:cNvPr id="33" name="Arrow: Chevron 32">
            <a:extLst>
              <a:ext uri="{FF2B5EF4-FFF2-40B4-BE49-F238E27FC236}">
                <a16:creationId xmlns:a16="http://schemas.microsoft.com/office/drawing/2014/main" id="{186380C5-5615-8CB7-CF72-54A596FF23E1}"/>
              </a:ext>
            </a:extLst>
          </p:cNvPr>
          <p:cNvSpPr/>
          <p:nvPr/>
        </p:nvSpPr>
        <p:spPr>
          <a:xfrm>
            <a:off x="1583059" y="797286"/>
            <a:ext cx="5126386" cy="360000"/>
          </a:xfrm>
          <a:prstGeom prst="chevron">
            <a:avLst/>
          </a:prstGeom>
          <a:solidFill>
            <a:srgbClr val="305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solidFill>
                  <a:schemeClr val="bg1"/>
                </a:solidFill>
                <a:latin typeface="+mj-lt"/>
              </a:rPr>
              <a:t>Forecast in a 5 to 10 years period</a:t>
            </a:r>
          </a:p>
        </p:txBody>
      </p:sp>
      <p:grpSp>
        <p:nvGrpSpPr>
          <p:cNvPr id="31" name="Group 30">
            <a:extLst>
              <a:ext uri="{FF2B5EF4-FFF2-40B4-BE49-F238E27FC236}">
                <a16:creationId xmlns:a16="http://schemas.microsoft.com/office/drawing/2014/main" id="{55F1CC54-920C-1734-CB19-AF4080F9E8E4}"/>
              </a:ext>
            </a:extLst>
          </p:cNvPr>
          <p:cNvGrpSpPr/>
          <p:nvPr/>
        </p:nvGrpSpPr>
        <p:grpSpPr>
          <a:xfrm>
            <a:off x="1205804" y="1180202"/>
            <a:ext cx="5993129" cy="3240343"/>
            <a:chOff x="1194074" y="841561"/>
            <a:chExt cx="5993129" cy="3240343"/>
          </a:xfrm>
        </p:grpSpPr>
        <p:graphicFrame>
          <p:nvGraphicFramePr>
            <p:cNvPr id="27" name="Chart 26">
              <a:extLst>
                <a:ext uri="{FF2B5EF4-FFF2-40B4-BE49-F238E27FC236}">
                  <a16:creationId xmlns:a16="http://schemas.microsoft.com/office/drawing/2014/main" id="{BB12B7B9-CA84-3D95-D5DE-038295BD55D2}"/>
                </a:ext>
              </a:extLst>
            </p:cNvPr>
            <p:cNvGraphicFramePr/>
            <p:nvPr>
              <p:extLst>
                <p:ext uri="{D42A27DB-BD31-4B8C-83A1-F6EECF244321}">
                  <p14:modId xmlns:p14="http://schemas.microsoft.com/office/powerpoint/2010/main" val="2604986175"/>
                </p:ext>
              </p:extLst>
            </p:nvPr>
          </p:nvGraphicFramePr>
          <p:xfrm>
            <a:off x="2296244" y="841561"/>
            <a:ext cx="4890959" cy="3240343"/>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Box 25">
              <a:extLst>
                <a:ext uri="{FF2B5EF4-FFF2-40B4-BE49-F238E27FC236}">
                  <a16:creationId xmlns:a16="http://schemas.microsoft.com/office/drawing/2014/main" id="{64D46D89-4911-221F-EBB2-518285F79C5D}"/>
                </a:ext>
              </a:extLst>
            </p:cNvPr>
            <p:cNvSpPr txBox="1"/>
            <p:nvPr/>
          </p:nvSpPr>
          <p:spPr>
            <a:xfrm>
              <a:off x="1198355" y="1905463"/>
              <a:ext cx="1249135" cy="461665"/>
            </a:xfrm>
            <a:prstGeom prst="rect">
              <a:avLst/>
            </a:prstGeom>
            <a:noFill/>
          </p:spPr>
          <p:txBody>
            <a:bodyPr wrap="square" rtlCol="0">
              <a:spAutoFit/>
            </a:bodyPr>
            <a:lstStyle/>
            <a:p>
              <a:r>
                <a:rPr lang="en-GB" sz="1200"/>
                <a:t>Living Conditions Improvement</a:t>
              </a:r>
            </a:p>
          </p:txBody>
        </p:sp>
        <p:sp>
          <p:nvSpPr>
            <p:cNvPr id="28" name="TextBox 27">
              <a:extLst>
                <a:ext uri="{FF2B5EF4-FFF2-40B4-BE49-F238E27FC236}">
                  <a16:creationId xmlns:a16="http://schemas.microsoft.com/office/drawing/2014/main" id="{E51F121B-BBEE-2537-DE3C-AC73E9BCDC77}"/>
                </a:ext>
              </a:extLst>
            </p:cNvPr>
            <p:cNvSpPr txBox="1"/>
            <p:nvPr/>
          </p:nvSpPr>
          <p:spPr>
            <a:xfrm>
              <a:off x="1198355" y="1332020"/>
              <a:ext cx="1249135" cy="461665"/>
            </a:xfrm>
            <a:prstGeom prst="rect">
              <a:avLst/>
            </a:prstGeom>
            <a:noFill/>
          </p:spPr>
          <p:txBody>
            <a:bodyPr wrap="square" rtlCol="0">
              <a:spAutoFit/>
            </a:bodyPr>
            <a:lstStyle/>
            <a:p>
              <a:r>
                <a:rPr lang="en-GB" sz="1200"/>
                <a:t>Slum Population Reduction</a:t>
              </a:r>
            </a:p>
          </p:txBody>
        </p:sp>
        <p:sp>
          <p:nvSpPr>
            <p:cNvPr id="29" name="TextBox 28">
              <a:extLst>
                <a:ext uri="{FF2B5EF4-FFF2-40B4-BE49-F238E27FC236}">
                  <a16:creationId xmlns:a16="http://schemas.microsoft.com/office/drawing/2014/main" id="{B9E4228A-B042-A59C-0CB9-EF953813E74A}"/>
                </a:ext>
              </a:extLst>
            </p:cNvPr>
            <p:cNvSpPr txBox="1"/>
            <p:nvPr/>
          </p:nvSpPr>
          <p:spPr>
            <a:xfrm>
              <a:off x="1194074" y="2478906"/>
              <a:ext cx="1352351" cy="461665"/>
            </a:xfrm>
            <a:prstGeom prst="rect">
              <a:avLst/>
            </a:prstGeom>
            <a:noFill/>
          </p:spPr>
          <p:txBody>
            <a:bodyPr wrap="square" rtlCol="0">
              <a:spAutoFit/>
            </a:bodyPr>
            <a:lstStyle/>
            <a:p>
              <a:r>
                <a:rPr lang="en-GB" sz="1200"/>
                <a:t>Traffic and Urban Planning Efficiency</a:t>
              </a:r>
            </a:p>
          </p:txBody>
        </p:sp>
        <p:sp>
          <p:nvSpPr>
            <p:cNvPr id="30" name="TextBox 29">
              <a:extLst>
                <a:ext uri="{FF2B5EF4-FFF2-40B4-BE49-F238E27FC236}">
                  <a16:creationId xmlns:a16="http://schemas.microsoft.com/office/drawing/2014/main" id="{8F09A75B-5CBE-24AA-7138-607140A21B3B}"/>
                </a:ext>
              </a:extLst>
            </p:cNvPr>
            <p:cNvSpPr txBox="1"/>
            <p:nvPr/>
          </p:nvSpPr>
          <p:spPr>
            <a:xfrm>
              <a:off x="1194870" y="3047884"/>
              <a:ext cx="1286307" cy="461665"/>
            </a:xfrm>
            <a:prstGeom prst="rect">
              <a:avLst/>
            </a:prstGeom>
            <a:noFill/>
          </p:spPr>
          <p:txBody>
            <a:bodyPr wrap="square" rtlCol="0">
              <a:spAutoFit/>
            </a:bodyPr>
            <a:lstStyle/>
            <a:p>
              <a:r>
                <a:rPr lang="en-GB" sz="1200"/>
                <a:t>Economic Growth and Job Creation</a:t>
              </a:r>
            </a:p>
          </p:txBody>
        </p:sp>
      </p:grpSp>
      <p:sp>
        <p:nvSpPr>
          <p:cNvPr id="3" name="Rectangle 2">
            <a:extLst>
              <a:ext uri="{FF2B5EF4-FFF2-40B4-BE49-F238E27FC236}">
                <a16:creationId xmlns:a16="http://schemas.microsoft.com/office/drawing/2014/main" id="{43D15A67-B8DF-F820-3807-824DD36082EA}"/>
              </a:ext>
            </a:extLst>
          </p:cNvPr>
          <p:cNvSpPr/>
          <p:nvPr/>
        </p:nvSpPr>
        <p:spPr>
          <a:xfrm>
            <a:off x="161731" y="4683897"/>
            <a:ext cx="7611294" cy="1991660"/>
          </a:xfrm>
          <a:prstGeom prst="rect">
            <a:avLst/>
          </a:prstGeom>
          <a:solidFill>
            <a:srgbClr val="BFC3C2"/>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endParaRPr lang="en-GB" sz="1600">
              <a:solidFill>
                <a:schemeClr val="tx1"/>
              </a:solidFill>
            </a:endParaRPr>
          </a:p>
          <a:p>
            <a:pPr>
              <a:buNone/>
            </a:pPr>
            <a:r>
              <a:rPr lang="en-GB" sz="1200">
                <a:solidFill>
                  <a:schemeClr val="tx1"/>
                </a:solidFill>
              </a:rPr>
              <a:t>Over the next 5 to 10 years, our Smart Housing Allocation App will play a crucial role in transforming urban development in Dhaka and beyond. By leveraging AI-driven insights and real-time data, we anticipate a significant reduction in slum populations, improved access to affordable housing, and more efficient resource allocation for governments and developers.</a:t>
            </a:r>
          </a:p>
          <a:p>
            <a:pPr>
              <a:buNone/>
            </a:pPr>
            <a:endParaRPr lang="en-GB" sz="1200">
              <a:solidFill>
                <a:schemeClr val="tx1"/>
              </a:solidFill>
            </a:endParaRPr>
          </a:p>
          <a:p>
            <a:r>
              <a:rPr lang="en-GB" sz="1200">
                <a:solidFill>
                  <a:schemeClr val="tx1"/>
                </a:solidFill>
              </a:rPr>
              <a:t>With continued government integration, private sector investments, and international funding, our platform will expand to other cities facing similar urban challenges, driving sustainable urban growth and better living conditions for millions. This innovation marks a crucial step toward smarter, data-driven urban planning and long-term housing solutions.</a:t>
            </a:r>
          </a:p>
          <a:p>
            <a:pPr>
              <a:buNone/>
            </a:pPr>
            <a:endParaRPr lang="en-GB" sz="1000" b="1">
              <a:solidFill>
                <a:schemeClr val="tx1"/>
              </a:solidFill>
            </a:endParaRPr>
          </a:p>
        </p:txBody>
      </p:sp>
      <p:sp>
        <p:nvSpPr>
          <p:cNvPr id="5" name="Arrow: Chevron 4">
            <a:extLst>
              <a:ext uri="{FF2B5EF4-FFF2-40B4-BE49-F238E27FC236}">
                <a16:creationId xmlns:a16="http://schemas.microsoft.com/office/drawing/2014/main" id="{A075ACE4-E3BB-AD89-FD43-5B4F129A0087}"/>
              </a:ext>
            </a:extLst>
          </p:cNvPr>
          <p:cNvSpPr/>
          <p:nvPr/>
        </p:nvSpPr>
        <p:spPr>
          <a:xfrm>
            <a:off x="390967" y="4498528"/>
            <a:ext cx="1680058" cy="397791"/>
          </a:xfrm>
          <a:prstGeom prst="chevron">
            <a:avLst/>
          </a:prstGeom>
          <a:solidFill>
            <a:srgbClr val="7C91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a:solidFill>
                  <a:schemeClr val="bg1"/>
                </a:solidFill>
              </a:rPr>
              <a:t>Funding</a:t>
            </a:r>
          </a:p>
        </p:txBody>
      </p:sp>
    </p:spTree>
    <p:extLst>
      <p:ext uri="{BB962C8B-B14F-4D97-AF65-F5344CB8AC3E}">
        <p14:creationId xmlns:p14="http://schemas.microsoft.com/office/powerpoint/2010/main" val="397102113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theme/theme1.xml><?xml version="1.0" encoding="utf-8"?>
<a:theme xmlns:a="http://schemas.openxmlformats.org/drawingml/2006/main" name="Smart_Housing_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Smart_Housing_Presentation</Template>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Smart_Housing_Presentation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Pereira Da Silva, Marco R</dc:creator>
  <cp:revision>1</cp:revision>
  <dcterms:created xsi:type="dcterms:W3CDTF">2025-03-15T21:49:06Z</dcterms:created>
  <dcterms:modified xsi:type="dcterms:W3CDTF">2025-03-24T17:18:58Z</dcterms:modified>
</cp:coreProperties>
</file>